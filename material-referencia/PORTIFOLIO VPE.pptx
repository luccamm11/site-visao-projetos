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61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0" r:id="rId11"/>
    <p:sldId id="267" r:id="rId12"/>
    <p:sldId id="272" r:id="rId13"/>
    <p:sldId id="273" r:id="rId14"/>
    <p:sldId id="274" r:id="rId15"/>
    <p:sldId id="275" r:id="rId16"/>
    <p:sldId id="266" r:id="rId17"/>
    <p:sldId id="271" r:id="rId18"/>
    <p:sldId id="276" r:id="rId19"/>
    <p:sldId id="269" r:id="rId20"/>
    <p:sldId id="268" r:id="rId21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BF637-1D2D-4D64-9010-DD1D286E2932}" v="75" dt="2026-01-22T11:13:55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an Marques" userId="385adcc6a548153e" providerId="LiveId" clId="{B78029B8-82BE-43AC-9C0D-BE3E1E6CDB7C}"/>
    <pc:docChg chg="undo custSel addSld delSld modSld sldOrd modNotesMaster">
      <pc:chgData name="Allan Marques" userId="385adcc6a548153e" providerId="LiveId" clId="{B78029B8-82BE-43AC-9C0D-BE3E1E6CDB7C}" dt="2026-01-22T16:25:30.334" v="1829" actId="20577"/>
      <pc:docMkLst>
        <pc:docMk/>
      </pc:docMkLst>
      <pc:sldChg chg="modSp del mod">
        <pc:chgData name="Allan Marques" userId="385adcc6a548153e" providerId="LiveId" clId="{B78029B8-82BE-43AC-9C0D-BE3E1E6CDB7C}" dt="2026-01-21T19:36:24.372" v="81" actId="47"/>
        <pc:sldMkLst>
          <pc:docMk/>
          <pc:sldMk cId="1261269477" sldId="256"/>
        </pc:sldMkLst>
        <pc:picChg chg="mod">
          <ac:chgData name="Allan Marques" userId="385adcc6a548153e" providerId="LiveId" clId="{B78029B8-82BE-43AC-9C0D-BE3E1E6CDB7C}" dt="2026-01-21T19:34:47.148" v="75" actId="1076"/>
          <ac:picMkLst>
            <pc:docMk/>
            <pc:sldMk cId="1261269477" sldId="256"/>
            <ac:picMk id="7" creationId="{765010DE-43A5-774A-1E2C-A39E30465504}"/>
          </ac:picMkLst>
        </pc:picChg>
      </pc:sldChg>
      <pc:sldChg chg="addSp delSp modSp add mod setBg delDesignElem">
        <pc:chgData name="Allan Marques" userId="385adcc6a548153e" providerId="LiveId" clId="{B78029B8-82BE-43AC-9C0D-BE3E1E6CDB7C}" dt="2026-01-21T19:42:18.354" v="153" actId="14100"/>
        <pc:sldMkLst>
          <pc:docMk/>
          <pc:sldMk cId="58104241" sldId="257"/>
        </pc:sldMkLst>
        <pc:spChg chg="del mod ord">
          <ac:chgData name="Allan Marques" userId="385adcc6a548153e" providerId="LiveId" clId="{B78029B8-82BE-43AC-9C0D-BE3E1E6CDB7C}" dt="2026-01-21T19:37:18.295" v="107" actId="478"/>
          <ac:spMkLst>
            <pc:docMk/>
            <pc:sldMk cId="58104241" sldId="257"/>
            <ac:spMk id="3" creationId="{837E16B1-235E-1293-747E-99222AB618B0}"/>
          </ac:spMkLst>
        </pc:spChg>
        <pc:spChg chg="add del mod">
          <ac:chgData name="Allan Marques" userId="385adcc6a548153e" providerId="LiveId" clId="{B78029B8-82BE-43AC-9C0D-BE3E1E6CDB7C}" dt="2026-01-21T19:35:58.252" v="78" actId="478"/>
          <ac:spMkLst>
            <pc:docMk/>
            <pc:sldMk cId="58104241" sldId="257"/>
            <ac:spMk id="6" creationId="{CEE0B9B1-F06A-0106-AA11-F33A95782387}"/>
          </ac:spMkLst>
        </pc:spChg>
        <pc:spChg chg="add del mod">
          <ac:chgData name="Allan Marques" userId="385adcc6a548153e" providerId="LiveId" clId="{B78029B8-82BE-43AC-9C0D-BE3E1E6CDB7C}" dt="2026-01-21T19:37:20.507" v="109" actId="478"/>
          <ac:spMkLst>
            <pc:docMk/>
            <pc:sldMk cId="58104241" sldId="257"/>
            <ac:spMk id="14" creationId="{111F9AD9-1487-1C28-485D-DF9E78ECE2A6}"/>
          </ac:spMkLst>
        </pc:spChg>
        <pc:spChg chg="add mod">
          <ac:chgData name="Allan Marques" userId="385adcc6a548153e" providerId="LiveId" clId="{B78029B8-82BE-43AC-9C0D-BE3E1E6CDB7C}" dt="2026-01-21T19:42:18.354" v="153" actId="14100"/>
          <ac:spMkLst>
            <pc:docMk/>
            <pc:sldMk cId="58104241" sldId="257"/>
            <ac:spMk id="15" creationId="{8B60CF78-D3EA-EC4A-60F6-90DC71755F50}"/>
          </ac:spMkLst>
        </pc:spChg>
        <pc:spChg chg="del">
          <ac:chgData name="Allan Marques" userId="385adcc6a548153e" providerId="LiveId" clId="{B78029B8-82BE-43AC-9C0D-BE3E1E6CDB7C}" dt="2026-01-21T19:25:33.452" v="25"/>
          <ac:spMkLst>
            <pc:docMk/>
            <pc:sldMk cId="58104241" sldId="257"/>
            <ac:spMk id="16" creationId="{02C39278-E2B1-1E49-2D9D-B97693000A2E}"/>
          </ac:spMkLst>
        </pc:spChg>
        <pc:spChg chg="del">
          <ac:chgData name="Allan Marques" userId="385adcc6a548153e" providerId="LiveId" clId="{B78029B8-82BE-43AC-9C0D-BE3E1E6CDB7C}" dt="2026-01-21T19:25:33.452" v="25"/>
          <ac:spMkLst>
            <pc:docMk/>
            <pc:sldMk cId="58104241" sldId="257"/>
            <ac:spMk id="18" creationId="{72452D10-375A-6B42-2462-C5C84AD44AAD}"/>
          </ac:spMkLst>
        </pc:spChg>
        <pc:spChg chg="del">
          <ac:chgData name="Allan Marques" userId="385adcc6a548153e" providerId="LiveId" clId="{B78029B8-82BE-43AC-9C0D-BE3E1E6CDB7C}" dt="2026-01-21T19:25:33.452" v="25"/>
          <ac:spMkLst>
            <pc:docMk/>
            <pc:sldMk cId="58104241" sldId="257"/>
            <ac:spMk id="20" creationId="{50608A63-EB74-738F-2942-E894ED2115CC}"/>
          </ac:spMkLst>
        </pc:spChg>
        <pc:spChg chg="del">
          <ac:chgData name="Allan Marques" userId="385adcc6a548153e" providerId="LiveId" clId="{B78029B8-82BE-43AC-9C0D-BE3E1E6CDB7C}" dt="2026-01-21T19:25:33.452" v="25"/>
          <ac:spMkLst>
            <pc:docMk/>
            <pc:sldMk cId="58104241" sldId="257"/>
            <ac:spMk id="50" creationId="{B130187E-9734-65DC-CF6E-12230F4DAC32}"/>
          </ac:spMkLst>
        </pc:spChg>
        <pc:spChg chg="del">
          <ac:chgData name="Allan Marques" userId="385adcc6a548153e" providerId="LiveId" clId="{B78029B8-82BE-43AC-9C0D-BE3E1E6CDB7C}" dt="2026-01-21T19:25:33.452" v="25"/>
          <ac:spMkLst>
            <pc:docMk/>
            <pc:sldMk cId="58104241" sldId="257"/>
            <ac:spMk id="51" creationId="{11D7C201-CC8C-2DF7-159E-BE8194015F8A}"/>
          </ac:spMkLst>
        </pc:spChg>
        <pc:spChg chg="del">
          <ac:chgData name="Allan Marques" userId="385adcc6a548153e" providerId="LiveId" clId="{B78029B8-82BE-43AC-9C0D-BE3E1E6CDB7C}" dt="2026-01-21T19:25:33.452" v="25"/>
          <ac:spMkLst>
            <pc:docMk/>
            <pc:sldMk cId="58104241" sldId="257"/>
            <ac:spMk id="52" creationId="{A43128AE-564E-BCB0-88A1-0B00450B2480}"/>
          </ac:spMkLst>
        </pc:spChg>
        <pc:graphicFrameChg chg="add del mod modGraphic">
          <ac:chgData name="Allan Marques" userId="385adcc6a548153e" providerId="LiveId" clId="{B78029B8-82BE-43AC-9C0D-BE3E1E6CDB7C}" dt="2026-01-21T19:38:29.027" v="116" actId="478"/>
          <ac:graphicFrameMkLst>
            <pc:docMk/>
            <pc:sldMk cId="58104241" sldId="257"/>
            <ac:graphicFrameMk id="10" creationId="{9FFC102A-2887-FFE6-14AE-F89860F84156}"/>
          </ac:graphicFrameMkLst>
        </pc:graphicFrameChg>
        <pc:graphicFrameChg chg="add del mod modGraphic">
          <ac:chgData name="Allan Marques" userId="385adcc6a548153e" providerId="LiveId" clId="{B78029B8-82BE-43AC-9C0D-BE3E1E6CDB7C}" dt="2026-01-21T19:36:55.647" v="84" actId="478"/>
          <ac:graphicFrameMkLst>
            <pc:docMk/>
            <pc:sldMk cId="58104241" sldId="257"/>
            <ac:graphicFrameMk id="11" creationId="{268CCBD7-9B61-651D-227B-1497FE8B9226}"/>
          </ac:graphicFrameMkLst>
        </pc:graphicFrameChg>
        <pc:picChg chg="add del mod">
          <ac:chgData name="Allan Marques" userId="385adcc6a548153e" providerId="LiveId" clId="{B78029B8-82BE-43AC-9C0D-BE3E1E6CDB7C}" dt="2026-01-21T19:37:19.429" v="108" actId="478"/>
          <ac:picMkLst>
            <pc:docMk/>
            <pc:sldMk cId="58104241" sldId="257"/>
            <ac:picMk id="4" creationId="{32022E0E-4EC6-251E-976A-5532C83CE486}"/>
          </ac:picMkLst>
        </pc:picChg>
        <pc:picChg chg="del">
          <ac:chgData name="Allan Marques" userId="385adcc6a548153e" providerId="LiveId" clId="{B78029B8-82BE-43AC-9C0D-BE3E1E6CDB7C}" dt="2026-01-21T19:25:39.556" v="26" actId="478"/>
          <ac:picMkLst>
            <pc:docMk/>
            <pc:sldMk cId="58104241" sldId="257"/>
            <ac:picMk id="7" creationId="{B70EC5D9-1DE3-D445-21A7-22DA75CD88F6}"/>
          </ac:picMkLst>
        </pc:picChg>
        <pc:picChg chg="add del mod">
          <ac:chgData name="Allan Marques" userId="385adcc6a548153e" providerId="LiveId" clId="{B78029B8-82BE-43AC-9C0D-BE3E1E6CDB7C}" dt="2026-01-21T19:36:33.186" v="82" actId="478"/>
          <ac:picMkLst>
            <pc:docMk/>
            <pc:sldMk cId="58104241" sldId="257"/>
            <ac:picMk id="9" creationId="{90047293-3F73-B42A-AC3C-CA29F9858521}"/>
          </ac:picMkLst>
        </pc:picChg>
        <pc:picChg chg="add mod ord">
          <ac:chgData name="Allan Marques" userId="385adcc6a548153e" providerId="LiveId" clId="{B78029B8-82BE-43AC-9C0D-BE3E1E6CDB7C}" dt="2026-01-21T19:41:50.593" v="151" actId="1076"/>
          <ac:picMkLst>
            <pc:docMk/>
            <pc:sldMk cId="58104241" sldId="257"/>
            <ac:picMk id="12" creationId="{0D56C78A-BEAD-58D9-13C9-36FFBB116DF9}"/>
          </ac:picMkLst>
        </pc:picChg>
      </pc:sldChg>
      <pc:sldChg chg="addSp delSp modSp add del mod modTransition setBg setClrOvrMap">
        <pc:chgData name="Allan Marques" userId="385adcc6a548153e" providerId="LiveId" clId="{B78029B8-82BE-43AC-9C0D-BE3E1E6CDB7C}" dt="2026-01-21T19:24:18.594" v="23" actId="47"/>
        <pc:sldMkLst>
          <pc:docMk/>
          <pc:sldMk cId="2982424564" sldId="257"/>
        </pc:sldMkLst>
        <pc:spChg chg="mod">
          <ac:chgData name="Allan Marques" userId="385adcc6a548153e" providerId="LiveId" clId="{B78029B8-82BE-43AC-9C0D-BE3E1E6CDB7C}" dt="2026-01-21T19:24:01.165" v="22" actId="20577"/>
          <ac:spMkLst>
            <pc:docMk/>
            <pc:sldMk cId="2982424564" sldId="257"/>
            <ac:spMk id="2" creationId="{2ECB962E-AAD2-3BF7-00B0-F357A7C05B58}"/>
          </ac:spMkLst>
        </pc:spChg>
        <pc:spChg chg="add del">
          <ac:chgData name="Allan Marques" userId="385adcc6a548153e" providerId="LiveId" clId="{B78029B8-82BE-43AC-9C0D-BE3E1E6CDB7C}" dt="2026-01-21T19:22:08.001" v="6" actId="26606"/>
          <ac:spMkLst>
            <pc:docMk/>
            <pc:sldMk cId="2982424564" sldId="257"/>
            <ac:spMk id="9" creationId="{DDD1D22E-5996-E45B-92B2-659F701A4A3B}"/>
          </ac:spMkLst>
        </pc:spChg>
        <pc:spChg chg="add del">
          <ac:chgData name="Allan Marques" userId="385adcc6a548153e" providerId="LiveId" clId="{B78029B8-82BE-43AC-9C0D-BE3E1E6CDB7C}" dt="2026-01-21T19:22:05.764" v="3" actId="26606"/>
          <ac:spMkLst>
            <pc:docMk/>
            <pc:sldMk cId="2982424564" sldId="257"/>
            <ac:spMk id="14" creationId="{9228552E-C8B1-4A80-8448-0787CE0FC704}"/>
          </ac:spMkLst>
        </pc:spChg>
        <pc:spChg chg="add del">
          <ac:chgData name="Allan Marques" userId="385adcc6a548153e" providerId="LiveId" clId="{B78029B8-82BE-43AC-9C0D-BE3E1E6CDB7C}" dt="2026-01-21T19:22:07.836" v="5" actId="26606"/>
          <ac:spMkLst>
            <pc:docMk/>
            <pc:sldMk cId="2982424564" sldId="257"/>
            <ac:spMk id="16" creationId="{7E2BE7F7-CA89-4002-ACCE-A478AEA24F5E}"/>
          </ac:spMkLst>
        </pc:spChg>
        <pc:spChg chg="add del">
          <ac:chgData name="Allan Marques" userId="385adcc6a548153e" providerId="LiveId" clId="{B78029B8-82BE-43AC-9C0D-BE3E1E6CDB7C}" dt="2026-01-21T19:22:07.836" v="5" actId="26606"/>
          <ac:spMkLst>
            <pc:docMk/>
            <pc:sldMk cId="2982424564" sldId="257"/>
            <ac:spMk id="17" creationId="{1A9F7B4E-B03D-4F64-BE33-00D074458D45}"/>
          </ac:spMkLst>
        </pc:spChg>
        <pc:spChg chg="add del">
          <ac:chgData name="Allan Marques" userId="385adcc6a548153e" providerId="LiveId" clId="{B78029B8-82BE-43AC-9C0D-BE3E1E6CDB7C}" dt="2026-01-21T19:22:27.733" v="15" actId="26606"/>
          <ac:spMkLst>
            <pc:docMk/>
            <pc:sldMk cId="2982424564" sldId="257"/>
            <ac:spMk id="18" creationId="{4300840D-0A0B-4512-BACA-B439D5B9C57C}"/>
          </ac:spMkLst>
        </pc:spChg>
        <pc:spChg chg="add del">
          <ac:chgData name="Allan Marques" userId="385adcc6a548153e" providerId="LiveId" clId="{B78029B8-82BE-43AC-9C0D-BE3E1E6CDB7C}" dt="2026-01-21T19:22:27.733" v="15" actId="26606"/>
          <ac:spMkLst>
            <pc:docMk/>
            <pc:sldMk cId="2982424564" sldId="257"/>
            <ac:spMk id="19" creationId="{C4285719-470E-454C-AF62-8323075F1F5B}"/>
          </ac:spMkLst>
        </pc:spChg>
        <pc:spChg chg="add del">
          <ac:chgData name="Allan Marques" userId="385adcc6a548153e" providerId="LiveId" clId="{B78029B8-82BE-43AC-9C0D-BE3E1E6CDB7C}" dt="2026-01-21T19:22:27.733" v="15" actId="26606"/>
          <ac:spMkLst>
            <pc:docMk/>
            <pc:sldMk cId="2982424564" sldId="257"/>
            <ac:spMk id="20" creationId="{D2B78728-A580-49A7-84F9-6EF6F583ADE0}"/>
          </ac:spMkLst>
        </pc:spChg>
        <pc:spChg chg="add del">
          <ac:chgData name="Allan Marques" userId="385adcc6a548153e" providerId="LiveId" clId="{B78029B8-82BE-43AC-9C0D-BE3E1E6CDB7C}" dt="2026-01-21T19:22:27.716" v="14" actId="26606"/>
          <ac:spMkLst>
            <pc:docMk/>
            <pc:sldMk cId="2982424564" sldId="257"/>
            <ac:spMk id="21" creationId="{CD9FE4EF-C4D8-49A0-B2FF-81D8DB7D8A24}"/>
          </ac:spMkLst>
        </pc:spChg>
        <pc:spChg chg="add del">
          <ac:chgData name="Allan Marques" userId="385adcc6a548153e" providerId="LiveId" clId="{B78029B8-82BE-43AC-9C0D-BE3E1E6CDB7C}" dt="2026-01-21T19:22:27.733" v="15" actId="26606"/>
          <ac:spMkLst>
            <pc:docMk/>
            <pc:sldMk cId="2982424564" sldId="257"/>
            <ac:spMk id="22" creationId="{38FAA1A1-D861-433F-88FA-1E9D6FD31D11}"/>
          </ac:spMkLst>
        </pc:spChg>
        <pc:spChg chg="add del">
          <ac:chgData name="Allan Marques" userId="385adcc6a548153e" providerId="LiveId" clId="{B78029B8-82BE-43AC-9C0D-BE3E1E6CDB7C}" dt="2026-01-21T19:22:27.733" v="15" actId="26606"/>
          <ac:spMkLst>
            <pc:docMk/>
            <pc:sldMk cId="2982424564" sldId="257"/>
            <ac:spMk id="24" creationId="{8D71EDA1-87BF-4D5D-AB79-F346FD19278A}"/>
          </ac:spMkLst>
        </pc:spChg>
        <pc:spChg chg="add del">
          <ac:chgData name="Allan Marques" userId="385adcc6a548153e" providerId="LiveId" clId="{B78029B8-82BE-43AC-9C0D-BE3E1E6CDB7C}" dt="2026-01-21T19:22:18.510" v="8" actId="26606"/>
          <ac:spMkLst>
            <pc:docMk/>
            <pc:sldMk cId="2982424564" sldId="257"/>
            <ac:spMk id="29" creationId="{A8384FB5-9ADC-4DDC-881B-597D56F5B15D}"/>
          </ac:spMkLst>
        </pc:spChg>
        <pc:spChg chg="add del">
          <ac:chgData name="Allan Marques" userId="385adcc6a548153e" providerId="LiveId" clId="{B78029B8-82BE-43AC-9C0D-BE3E1E6CDB7C}" dt="2026-01-21T19:22:18.510" v="8" actId="26606"/>
          <ac:spMkLst>
            <pc:docMk/>
            <pc:sldMk cId="2982424564" sldId="257"/>
            <ac:spMk id="31" creationId="{91E5A9A7-95C6-4F4F-B00E-C82E07FE62EF}"/>
          </ac:spMkLst>
        </pc:spChg>
        <pc:spChg chg="add del">
          <ac:chgData name="Allan Marques" userId="385adcc6a548153e" providerId="LiveId" clId="{B78029B8-82BE-43AC-9C0D-BE3E1E6CDB7C}" dt="2026-01-21T19:22:18.510" v="8" actId="26606"/>
          <ac:spMkLst>
            <pc:docMk/>
            <pc:sldMk cId="2982424564" sldId="257"/>
            <ac:spMk id="33" creationId="{D07DD2DE-F619-49DD-B5E7-03A290FF4ED1}"/>
          </ac:spMkLst>
        </pc:spChg>
        <pc:spChg chg="add del">
          <ac:chgData name="Allan Marques" userId="385adcc6a548153e" providerId="LiveId" clId="{B78029B8-82BE-43AC-9C0D-BE3E1E6CDB7C}" dt="2026-01-21T19:22:18.510" v="8" actId="26606"/>
          <ac:spMkLst>
            <pc:docMk/>
            <pc:sldMk cId="2982424564" sldId="257"/>
            <ac:spMk id="35" creationId="{85149191-5F60-4A28-AAFF-039F96B0F3EC}"/>
          </ac:spMkLst>
        </pc:spChg>
        <pc:spChg chg="add del">
          <ac:chgData name="Allan Marques" userId="385adcc6a548153e" providerId="LiveId" clId="{B78029B8-82BE-43AC-9C0D-BE3E1E6CDB7C}" dt="2026-01-21T19:22:18.510" v="8" actId="26606"/>
          <ac:spMkLst>
            <pc:docMk/>
            <pc:sldMk cId="2982424564" sldId="257"/>
            <ac:spMk id="37" creationId="{F8260ED5-17F7-4158-B241-D51DD4CF1B7E}"/>
          </ac:spMkLst>
        </pc:spChg>
        <pc:spChg chg="add del">
          <ac:chgData name="Allan Marques" userId="385adcc6a548153e" providerId="LiveId" clId="{B78029B8-82BE-43AC-9C0D-BE3E1E6CDB7C}" dt="2026-01-21T19:22:20.742" v="10" actId="26606"/>
          <ac:spMkLst>
            <pc:docMk/>
            <pc:sldMk cId="2982424564" sldId="257"/>
            <ac:spMk id="39" creationId="{D4771268-CB57-404A-9271-370EB28F6090}"/>
          </ac:spMkLst>
        </pc:spChg>
        <pc:spChg chg="add del">
          <ac:chgData name="Allan Marques" userId="385adcc6a548153e" providerId="LiveId" clId="{B78029B8-82BE-43AC-9C0D-BE3E1E6CDB7C}" dt="2026-01-21T19:22:22.971" v="12" actId="26606"/>
          <ac:spMkLst>
            <pc:docMk/>
            <pc:sldMk cId="2982424564" sldId="257"/>
            <ac:spMk id="41" creationId="{2E17E911-875F-4DE5-8699-99D9F1805A5D}"/>
          </ac:spMkLst>
        </pc:spChg>
        <pc:spChg chg="add del">
          <ac:chgData name="Allan Marques" userId="385adcc6a548153e" providerId="LiveId" clId="{B78029B8-82BE-43AC-9C0D-BE3E1E6CDB7C}" dt="2026-01-21T19:22:22.971" v="12" actId="26606"/>
          <ac:spMkLst>
            <pc:docMk/>
            <pc:sldMk cId="2982424564" sldId="257"/>
            <ac:spMk id="42" creationId="{CD9FE4EF-C4D8-49A0-B2FF-81D8DB7D8A24}"/>
          </ac:spMkLst>
        </pc:spChg>
        <pc:spChg chg="add del">
          <ac:chgData name="Allan Marques" userId="385adcc6a548153e" providerId="LiveId" clId="{B78029B8-82BE-43AC-9C0D-BE3E1E6CDB7C}" dt="2026-01-21T19:22:22.971" v="12" actId="26606"/>
          <ac:spMkLst>
            <pc:docMk/>
            <pc:sldMk cId="2982424564" sldId="257"/>
            <ac:spMk id="44" creationId="{D2B78728-A580-49A7-84F9-6EF6F583ADE0}"/>
          </ac:spMkLst>
        </pc:spChg>
        <pc:spChg chg="add del">
          <ac:chgData name="Allan Marques" userId="385adcc6a548153e" providerId="LiveId" clId="{B78029B8-82BE-43AC-9C0D-BE3E1E6CDB7C}" dt="2026-01-21T19:22:22.971" v="12" actId="26606"/>
          <ac:spMkLst>
            <pc:docMk/>
            <pc:sldMk cId="2982424564" sldId="257"/>
            <ac:spMk id="45" creationId="{38FAA1A1-D861-433F-88FA-1E9D6FD31D11}"/>
          </ac:spMkLst>
        </pc:spChg>
        <pc:spChg chg="add del">
          <ac:chgData name="Allan Marques" userId="385adcc6a548153e" providerId="LiveId" clId="{B78029B8-82BE-43AC-9C0D-BE3E1E6CDB7C}" dt="2026-01-21T19:22:22.971" v="12" actId="26606"/>
          <ac:spMkLst>
            <pc:docMk/>
            <pc:sldMk cId="2982424564" sldId="257"/>
            <ac:spMk id="46" creationId="{8D71EDA1-87BF-4D5D-AB79-F346FD19278A}"/>
          </ac:spMkLst>
        </pc:spChg>
        <pc:spChg chg="add del">
          <ac:chgData name="Allan Marques" userId="385adcc6a548153e" providerId="LiveId" clId="{B78029B8-82BE-43AC-9C0D-BE3E1E6CDB7C}" dt="2026-01-21T19:22:27.716" v="14" actId="26606"/>
          <ac:spMkLst>
            <pc:docMk/>
            <pc:sldMk cId="2982424564" sldId="257"/>
            <ac:spMk id="48" creationId="{C3420C89-0B09-4632-A4AF-3971D08BF7A8}"/>
          </ac:spMkLst>
        </pc:spChg>
        <pc:spChg chg="add del">
          <ac:chgData name="Allan Marques" userId="385adcc6a548153e" providerId="LiveId" clId="{B78029B8-82BE-43AC-9C0D-BE3E1E6CDB7C}" dt="2026-01-21T19:22:27.716" v="14" actId="26606"/>
          <ac:spMkLst>
            <pc:docMk/>
            <pc:sldMk cId="2982424564" sldId="257"/>
            <ac:spMk id="49" creationId="{4E5CBA61-BF74-40B4-A3A8-366BBA626CCF}"/>
          </ac:spMkLst>
        </pc:spChg>
        <pc:spChg chg="add del">
          <ac:chgData name="Allan Marques" userId="385adcc6a548153e" providerId="LiveId" clId="{B78029B8-82BE-43AC-9C0D-BE3E1E6CDB7C}" dt="2026-01-21T19:22:38.806" v="16" actId="26606"/>
          <ac:spMkLst>
            <pc:docMk/>
            <pc:sldMk cId="2982424564" sldId="257"/>
            <ac:spMk id="59" creationId="{C4285719-470E-454C-AF62-8323075F1F5B}"/>
          </ac:spMkLst>
        </pc:spChg>
        <pc:spChg chg="del">
          <ac:chgData name="Allan Marques" userId="385adcc6a548153e" providerId="LiveId" clId="{B78029B8-82BE-43AC-9C0D-BE3E1E6CDB7C}" dt="2026-01-21T19:22:38.806" v="16" actId="26606"/>
          <ac:spMkLst>
            <pc:docMk/>
            <pc:sldMk cId="2982424564" sldId="257"/>
            <ac:spMk id="60" creationId="{CD9FE4EF-C4D8-49A0-B2FF-81D8DB7D8A24}"/>
          </ac:spMkLst>
        </pc:spChg>
        <pc:spChg chg="add">
          <ac:chgData name="Allan Marques" userId="385adcc6a548153e" providerId="LiveId" clId="{B78029B8-82BE-43AC-9C0D-BE3E1E6CDB7C}" dt="2026-01-21T19:22:27.733" v="15" actId="26606"/>
          <ac:spMkLst>
            <pc:docMk/>
            <pc:sldMk cId="2982424564" sldId="257"/>
            <ac:spMk id="61" creationId="{4300840D-0A0B-4512-BACA-B439D5B9C57C}"/>
          </ac:spMkLst>
        </pc:spChg>
        <pc:spChg chg="add del">
          <ac:chgData name="Allan Marques" userId="385adcc6a548153e" providerId="LiveId" clId="{B78029B8-82BE-43AC-9C0D-BE3E1E6CDB7C}" dt="2026-01-21T19:22:38.806" v="16" actId="26606"/>
          <ac:spMkLst>
            <pc:docMk/>
            <pc:sldMk cId="2982424564" sldId="257"/>
            <ac:spMk id="62" creationId="{D2B78728-A580-49A7-84F9-6EF6F583ADE0}"/>
          </ac:spMkLst>
        </pc:spChg>
        <pc:spChg chg="add del">
          <ac:chgData name="Allan Marques" userId="385adcc6a548153e" providerId="LiveId" clId="{B78029B8-82BE-43AC-9C0D-BE3E1E6CDB7C}" dt="2026-01-21T19:22:38.806" v="16" actId="26606"/>
          <ac:spMkLst>
            <pc:docMk/>
            <pc:sldMk cId="2982424564" sldId="257"/>
            <ac:spMk id="63" creationId="{38FAA1A1-D861-433F-88FA-1E9D6FD31D11}"/>
          </ac:spMkLst>
        </pc:spChg>
        <pc:spChg chg="add del">
          <ac:chgData name="Allan Marques" userId="385adcc6a548153e" providerId="LiveId" clId="{B78029B8-82BE-43AC-9C0D-BE3E1E6CDB7C}" dt="2026-01-21T19:22:38.806" v="16" actId="26606"/>
          <ac:spMkLst>
            <pc:docMk/>
            <pc:sldMk cId="2982424564" sldId="257"/>
            <ac:spMk id="64" creationId="{8D71EDA1-87BF-4D5D-AB79-F346FD19278A}"/>
          </ac:spMkLst>
        </pc:spChg>
        <pc:spChg chg="add">
          <ac:chgData name="Allan Marques" userId="385adcc6a548153e" providerId="LiveId" clId="{B78029B8-82BE-43AC-9C0D-BE3E1E6CDB7C}" dt="2026-01-21T19:22:38.806" v="16" actId="26606"/>
          <ac:spMkLst>
            <pc:docMk/>
            <pc:sldMk cId="2982424564" sldId="257"/>
            <ac:spMk id="69" creationId="{C4285719-470E-454C-AF62-8323075F1F5B}"/>
          </ac:spMkLst>
        </pc:spChg>
        <pc:spChg chg="add">
          <ac:chgData name="Allan Marques" userId="385adcc6a548153e" providerId="LiveId" clId="{B78029B8-82BE-43AC-9C0D-BE3E1E6CDB7C}" dt="2026-01-21T19:22:38.806" v="16" actId="26606"/>
          <ac:spMkLst>
            <pc:docMk/>
            <pc:sldMk cId="2982424564" sldId="257"/>
            <ac:spMk id="73" creationId="{4300840D-0A0B-4512-BACA-B439D5B9C57C}"/>
          </ac:spMkLst>
        </pc:spChg>
        <pc:spChg chg="add">
          <ac:chgData name="Allan Marques" userId="385adcc6a548153e" providerId="LiveId" clId="{B78029B8-82BE-43AC-9C0D-BE3E1E6CDB7C}" dt="2026-01-21T19:22:38.806" v="16" actId="26606"/>
          <ac:spMkLst>
            <pc:docMk/>
            <pc:sldMk cId="2982424564" sldId="257"/>
            <ac:spMk id="75" creationId="{D2B78728-A580-49A7-84F9-6EF6F583ADE0}"/>
          </ac:spMkLst>
        </pc:spChg>
        <pc:spChg chg="add">
          <ac:chgData name="Allan Marques" userId="385adcc6a548153e" providerId="LiveId" clId="{B78029B8-82BE-43AC-9C0D-BE3E1E6CDB7C}" dt="2026-01-21T19:22:38.806" v="16" actId="26606"/>
          <ac:spMkLst>
            <pc:docMk/>
            <pc:sldMk cId="2982424564" sldId="257"/>
            <ac:spMk id="77" creationId="{38FAA1A1-D861-433F-88FA-1E9D6FD31D11}"/>
          </ac:spMkLst>
        </pc:spChg>
        <pc:spChg chg="add">
          <ac:chgData name="Allan Marques" userId="385adcc6a548153e" providerId="LiveId" clId="{B78029B8-82BE-43AC-9C0D-BE3E1E6CDB7C}" dt="2026-01-21T19:22:38.806" v="16" actId="26606"/>
          <ac:spMkLst>
            <pc:docMk/>
            <pc:sldMk cId="2982424564" sldId="257"/>
            <ac:spMk id="79" creationId="{8D71EDA1-87BF-4D5D-AB79-F346FD19278A}"/>
          </ac:spMkLst>
        </pc:spChg>
        <pc:graphicFrameChg chg="mod modGraphic">
          <ac:chgData name="Allan Marques" userId="385adcc6a548153e" providerId="LiveId" clId="{B78029B8-82BE-43AC-9C0D-BE3E1E6CDB7C}" dt="2026-01-21T19:23:26.167" v="21" actId="14100"/>
          <ac:graphicFrameMkLst>
            <pc:docMk/>
            <pc:sldMk cId="2982424564" sldId="257"/>
            <ac:graphicFrameMk id="4" creationId="{AF11E833-F0BF-42D9-9B66-ABAC85A5F7FB}"/>
          </ac:graphicFrameMkLst>
        </pc:graphicFrameChg>
      </pc:sldChg>
      <pc:sldChg chg="addSp delSp modSp add mod">
        <pc:chgData name="Allan Marques" userId="385adcc6a548153e" providerId="LiveId" clId="{B78029B8-82BE-43AC-9C0D-BE3E1E6CDB7C}" dt="2026-01-21T20:19:05.405" v="568" actId="207"/>
        <pc:sldMkLst>
          <pc:docMk/>
          <pc:sldMk cId="345406747" sldId="258"/>
        </pc:sldMkLst>
        <pc:spChg chg="mod">
          <ac:chgData name="Allan Marques" userId="385adcc6a548153e" providerId="LiveId" clId="{B78029B8-82BE-43AC-9C0D-BE3E1E6CDB7C}" dt="2026-01-21T20:19:05.405" v="568" actId="207"/>
          <ac:spMkLst>
            <pc:docMk/>
            <pc:sldMk cId="345406747" sldId="258"/>
            <ac:spMk id="6" creationId="{0FB74538-B022-6063-03C2-50191D209810}"/>
          </ac:spMkLst>
        </pc:spChg>
        <pc:spChg chg="add mod">
          <ac:chgData name="Allan Marques" userId="385adcc6a548153e" providerId="LiveId" clId="{B78029B8-82BE-43AC-9C0D-BE3E1E6CDB7C}" dt="2026-01-21T19:41:04.195" v="145" actId="207"/>
          <ac:spMkLst>
            <pc:docMk/>
            <pc:sldMk cId="345406747" sldId="258"/>
            <ac:spMk id="12" creationId="{9CC00A08-0641-1C2C-A3D8-45CB163933F6}"/>
          </ac:spMkLst>
        </pc:spChg>
        <pc:grpChg chg="mod">
          <ac:chgData name="Allan Marques" userId="385adcc6a548153e" providerId="LiveId" clId="{B78029B8-82BE-43AC-9C0D-BE3E1E6CDB7C}" dt="2026-01-21T19:40:18.277" v="138"/>
          <ac:grpSpMkLst>
            <pc:docMk/>
            <pc:sldMk cId="345406747" sldId="258"/>
            <ac:grpSpMk id="7" creationId="{BE5A40EA-FC9A-F8F5-D7AF-DA4BB5F78328}"/>
          </ac:grpSpMkLst>
        </pc:grpChg>
        <pc:graphicFrameChg chg="add del">
          <ac:chgData name="Allan Marques" userId="385adcc6a548153e" providerId="LiveId" clId="{B78029B8-82BE-43AC-9C0D-BE3E1E6CDB7C}" dt="2026-01-21T19:40:30.047" v="143" actId="478"/>
          <ac:graphicFrameMkLst>
            <pc:docMk/>
            <pc:sldMk cId="345406747" sldId="258"/>
            <ac:graphicFrameMk id="10" creationId="{3EE14B5E-3F2F-A469-3F79-337799B68372}"/>
          </ac:graphicFrameMkLst>
        </pc:graphicFrameChg>
        <pc:graphicFrameChg chg="mod modGraphic">
          <ac:chgData name="Allan Marques" userId="385adcc6a548153e" providerId="LiveId" clId="{B78029B8-82BE-43AC-9C0D-BE3E1E6CDB7C}" dt="2026-01-21T19:39:43.802" v="132" actId="14100"/>
          <ac:graphicFrameMkLst>
            <pc:docMk/>
            <pc:sldMk cId="345406747" sldId="258"/>
            <ac:graphicFrameMk id="11" creationId="{A08D88A4-B1C2-A08F-D93C-714435B1FF7F}"/>
          </ac:graphicFrameMkLst>
        </pc:graphicFrameChg>
        <pc:picChg chg="mod ord">
          <ac:chgData name="Allan Marques" userId="385adcc6a548153e" providerId="LiveId" clId="{B78029B8-82BE-43AC-9C0D-BE3E1E6CDB7C}" dt="2026-01-21T19:39:30.017" v="130" actId="14100"/>
          <ac:picMkLst>
            <pc:docMk/>
            <pc:sldMk cId="345406747" sldId="258"/>
            <ac:picMk id="4" creationId="{C82D7704-2266-01A7-FCC2-CCC0431A567F}"/>
          </ac:picMkLst>
        </pc:picChg>
        <pc:picChg chg="mod">
          <ac:chgData name="Allan Marques" userId="385adcc6a548153e" providerId="LiveId" clId="{B78029B8-82BE-43AC-9C0D-BE3E1E6CDB7C}" dt="2026-01-21T20:16:39.928" v="556"/>
          <ac:picMkLst>
            <pc:docMk/>
            <pc:sldMk cId="345406747" sldId="258"/>
            <ac:picMk id="9" creationId="{B25C662D-667D-0612-CE65-ED737222E8E1}"/>
          </ac:picMkLst>
        </pc:picChg>
        <pc:picChg chg="add del mod">
          <ac:chgData name="Allan Marques" userId="385adcc6a548153e" providerId="LiveId" clId="{B78029B8-82BE-43AC-9C0D-BE3E1E6CDB7C}" dt="2026-01-21T19:42:02.395" v="152" actId="478"/>
          <ac:picMkLst>
            <pc:docMk/>
            <pc:sldMk cId="345406747" sldId="258"/>
            <ac:picMk id="13" creationId="{48FBC3EE-1704-13CD-0EB9-3E974A414170}"/>
          </ac:picMkLst>
        </pc:picChg>
        <pc:picChg chg="add mod ord">
          <ac:chgData name="Allan Marques" userId="385adcc6a548153e" providerId="LiveId" clId="{B78029B8-82BE-43AC-9C0D-BE3E1E6CDB7C}" dt="2026-01-21T19:43:31.522" v="160" actId="14100"/>
          <ac:picMkLst>
            <pc:docMk/>
            <pc:sldMk cId="345406747" sldId="258"/>
            <ac:picMk id="14" creationId="{350A5F8D-95EE-2E6D-EF66-8DC0BF6C2D0B}"/>
          </ac:picMkLst>
        </pc:picChg>
        <pc:picChg chg="add mod">
          <ac:chgData name="Allan Marques" userId="385adcc6a548153e" providerId="LiveId" clId="{B78029B8-82BE-43AC-9C0D-BE3E1E6CDB7C}" dt="2026-01-21T19:43:43.896" v="162" actId="1076"/>
          <ac:picMkLst>
            <pc:docMk/>
            <pc:sldMk cId="345406747" sldId="258"/>
            <ac:picMk id="15" creationId="{3A1448DC-47CD-81A6-8333-65D22EF898C7}"/>
          </ac:picMkLst>
        </pc:picChg>
        <pc:picChg chg="add mod">
          <ac:chgData name="Allan Marques" userId="385adcc6a548153e" providerId="LiveId" clId="{B78029B8-82BE-43AC-9C0D-BE3E1E6CDB7C}" dt="2026-01-21T19:43:53.516" v="164" actId="1076"/>
          <ac:picMkLst>
            <pc:docMk/>
            <pc:sldMk cId="345406747" sldId="258"/>
            <ac:picMk id="16" creationId="{80966EC1-4C63-1AF6-A098-4D523F483898}"/>
          </ac:picMkLst>
        </pc:picChg>
        <pc:inkChg chg="add del mod">
          <ac:chgData name="Allan Marques" userId="385adcc6a548153e" providerId="LiveId" clId="{B78029B8-82BE-43AC-9C0D-BE3E1E6CDB7C}" dt="2026-01-21T19:40:18.828" v="139" actId="9405"/>
          <ac:inkMkLst>
            <pc:docMk/>
            <pc:sldMk cId="345406747" sldId="258"/>
            <ac:inkMk id="2" creationId="{3796FC7A-323E-8215-9BFD-919255C9A8F7}"/>
          </ac:inkMkLst>
        </pc:inkChg>
        <pc:inkChg chg="add del mod">
          <ac:chgData name="Allan Marques" userId="385adcc6a548153e" providerId="LiveId" clId="{B78029B8-82BE-43AC-9C0D-BE3E1E6CDB7C}" dt="2026-01-21T19:40:18.277" v="138"/>
          <ac:inkMkLst>
            <pc:docMk/>
            <pc:sldMk cId="345406747" sldId="258"/>
            <ac:inkMk id="5" creationId="{9CE0782C-49BA-B167-C112-25CBA516E330}"/>
          </ac:inkMkLst>
        </pc:inkChg>
        <pc:inkChg chg="add del">
          <ac:chgData name="Allan Marques" userId="385adcc6a548153e" providerId="LiveId" clId="{B78029B8-82BE-43AC-9C0D-BE3E1E6CDB7C}" dt="2026-01-21T19:40:21.171" v="141" actId="9405"/>
          <ac:inkMkLst>
            <pc:docMk/>
            <pc:sldMk cId="345406747" sldId="258"/>
            <ac:inkMk id="8" creationId="{4431FAA6-6C3E-B0D8-42EB-9A94C3FD7119}"/>
          </ac:inkMkLst>
        </pc:inkChg>
      </pc:sldChg>
      <pc:sldChg chg="addSp delSp modSp add mod">
        <pc:chgData name="Allan Marques" userId="385adcc6a548153e" providerId="LiveId" clId="{B78029B8-82BE-43AC-9C0D-BE3E1E6CDB7C}" dt="2026-01-21T20:19:10.284" v="569" actId="207"/>
        <pc:sldMkLst>
          <pc:docMk/>
          <pc:sldMk cId="2768839744" sldId="259"/>
        </pc:sldMkLst>
        <pc:spChg chg="add del mod">
          <ac:chgData name="Allan Marques" userId="385adcc6a548153e" providerId="LiveId" clId="{B78029B8-82BE-43AC-9C0D-BE3E1E6CDB7C}" dt="2026-01-21T19:51:48.230" v="239" actId="478"/>
          <ac:spMkLst>
            <pc:docMk/>
            <pc:sldMk cId="2768839744" sldId="259"/>
            <ac:spMk id="5" creationId="{6B20C7F7-0333-F93D-6B98-C254520FD9CC}"/>
          </ac:spMkLst>
        </pc:spChg>
        <pc:spChg chg="del">
          <ac:chgData name="Allan Marques" userId="385adcc6a548153e" providerId="LiveId" clId="{B78029B8-82BE-43AC-9C0D-BE3E1E6CDB7C}" dt="2026-01-21T19:46:35.046" v="167" actId="478"/>
          <ac:spMkLst>
            <pc:docMk/>
            <pc:sldMk cId="2768839744" sldId="259"/>
            <ac:spMk id="6" creationId="{F7E40091-935C-AADB-57C4-BD1B4C15026C}"/>
          </ac:spMkLst>
        </pc:spChg>
        <pc:spChg chg="add del">
          <ac:chgData name="Allan Marques" userId="385adcc6a548153e" providerId="LiveId" clId="{B78029B8-82BE-43AC-9C0D-BE3E1E6CDB7C}" dt="2026-01-21T19:49:47.039" v="220" actId="22"/>
          <ac:spMkLst>
            <pc:docMk/>
            <pc:sldMk cId="2768839744" sldId="259"/>
            <ac:spMk id="8" creationId="{CFD64581-EF8C-6EE8-1922-8E5A69B11693}"/>
          </ac:spMkLst>
        </pc:spChg>
        <pc:spChg chg="add mod">
          <ac:chgData name="Allan Marques" userId="385adcc6a548153e" providerId="LiveId" clId="{B78029B8-82BE-43AC-9C0D-BE3E1E6CDB7C}" dt="2026-01-21T20:19:10.284" v="569" actId="207"/>
          <ac:spMkLst>
            <pc:docMk/>
            <pc:sldMk cId="2768839744" sldId="259"/>
            <ac:spMk id="10" creationId="{8F74C3A5-64E6-9055-8230-B9719F78A694}"/>
          </ac:spMkLst>
        </pc:spChg>
        <pc:picChg chg="mod">
          <ac:chgData name="Allan Marques" userId="385adcc6a548153e" providerId="LiveId" clId="{B78029B8-82BE-43AC-9C0D-BE3E1E6CDB7C}" dt="2026-01-21T20:17:40.461" v="558"/>
          <ac:picMkLst>
            <pc:docMk/>
            <pc:sldMk cId="2768839744" sldId="259"/>
            <ac:picMk id="9" creationId="{AF0D0FAC-9D75-6D6F-A949-DB72E0FDD342}"/>
          </ac:picMkLst>
        </pc:picChg>
      </pc:sldChg>
      <pc:sldChg chg="addSp delSp modSp add mod">
        <pc:chgData name="Allan Marques" userId="385adcc6a548153e" providerId="LiveId" clId="{B78029B8-82BE-43AC-9C0D-BE3E1E6CDB7C}" dt="2026-01-21T20:19:30.990" v="572" actId="207"/>
        <pc:sldMkLst>
          <pc:docMk/>
          <pc:sldMk cId="507377167" sldId="260"/>
        </pc:sldMkLst>
        <pc:spChg chg="add mod">
          <ac:chgData name="Allan Marques" userId="385adcc6a548153e" providerId="LiveId" clId="{B78029B8-82BE-43AC-9C0D-BE3E1E6CDB7C}" dt="2026-01-21T20:19:30.990" v="572" actId="207"/>
          <ac:spMkLst>
            <pc:docMk/>
            <pc:sldMk cId="507377167" sldId="260"/>
            <ac:spMk id="2" creationId="{94C359B3-C110-842F-24EE-03DF1DAF3C29}"/>
          </ac:spMkLst>
        </pc:spChg>
        <pc:spChg chg="del">
          <ac:chgData name="Allan Marques" userId="385adcc6a548153e" providerId="LiveId" clId="{B78029B8-82BE-43AC-9C0D-BE3E1E6CDB7C}" dt="2026-01-21T19:49:53.459" v="222" actId="478"/>
          <ac:spMkLst>
            <pc:docMk/>
            <pc:sldMk cId="507377167" sldId="260"/>
            <ac:spMk id="5" creationId="{2CE1C1F6-1D0F-1BFD-13D5-755D9696A7F7}"/>
          </ac:spMkLst>
        </pc:spChg>
        <pc:picChg chg="mod">
          <ac:chgData name="Allan Marques" userId="385adcc6a548153e" providerId="LiveId" clId="{B78029B8-82BE-43AC-9C0D-BE3E1E6CDB7C}" dt="2026-01-21T20:14:19.166" v="550" actId="1076"/>
          <ac:picMkLst>
            <pc:docMk/>
            <pc:sldMk cId="507377167" sldId="260"/>
            <ac:picMk id="4" creationId="{1532A855-78D0-4DFE-3B97-10033B1FAF87}"/>
          </ac:picMkLst>
        </pc:picChg>
        <pc:picChg chg="mod">
          <ac:chgData name="Allan Marques" userId="385adcc6a548153e" providerId="LiveId" clId="{B78029B8-82BE-43AC-9C0D-BE3E1E6CDB7C}" dt="2026-01-21T20:17:45.074" v="559"/>
          <ac:picMkLst>
            <pc:docMk/>
            <pc:sldMk cId="507377167" sldId="260"/>
            <ac:picMk id="9" creationId="{1EB5A3E4-AF09-59D1-020E-37BD3B484720}"/>
          </ac:picMkLst>
        </pc:picChg>
      </pc:sldChg>
      <pc:sldChg chg="addSp delSp modSp add mod ord">
        <pc:chgData name="Allan Marques" userId="385adcc6a548153e" providerId="LiveId" clId="{B78029B8-82BE-43AC-9C0D-BE3E1E6CDB7C}" dt="2026-01-21T20:19:24.019" v="571" actId="207"/>
        <pc:sldMkLst>
          <pc:docMk/>
          <pc:sldMk cId="3282041389" sldId="261"/>
        </pc:sldMkLst>
        <pc:spChg chg="mod">
          <ac:chgData name="Allan Marques" userId="385adcc6a548153e" providerId="LiveId" clId="{B78029B8-82BE-43AC-9C0D-BE3E1E6CDB7C}" dt="2026-01-21T20:19:24.019" v="571" actId="207"/>
          <ac:spMkLst>
            <pc:docMk/>
            <pc:sldMk cId="3282041389" sldId="261"/>
            <ac:spMk id="2" creationId="{EA53FCD9-14AB-FD2B-BBD5-2EDAAF18CC06}"/>
          </ac:spMkLst>
        </pc:spChg>
        <pc:picChg chg="mod">
          <ac:chgData name="Allan Marques" userId="385adcc6a548153e" providerId="LiveId" clId="{B78029B8-82BE-43AC-9C0D-BE3E1E6CDB7C}" dt="2026-01-21T20:14:57.028" v="555" actId="1076"/>
          <ac:picMkLst>
            <pc:docMk/>
            <pc:sldMk cId="3282041389" sldId="261"/>
            <ac:picMk id="4" creationId="{378D9D7A-0AEF-D3B2-233D-626657C69426}"/>
          </ac:picMkLst>
        </pc:picChg>
        <pc:picChg chg="add mod ord">
          <ac:chgData name="Allan Marques" userId="385adcc6a548153e" providerId="LiveId" clId="{B78029B8-82BE-43AC-9C0D-BE3E1E6CDB7C}" dt="2026-01-21T20:17:08.214" v="557"/>
          <ac:picMkLst>
            <pc:docMk/>
            <pc:sldMk cId="3282041389" sldId="261"/>
            <ac:picMk id="5" creationId="{CBEE18CF-C086-2C24-7263-C563A10225DC}"/>
          </ac:picMkLst>
        </pc:picChg>
        <pc:picChg chg="del">
          <ac:chgData name="Allan Marques" userId="385adcc6a548153e" providerId="LiveId" clId="{B78029B8-82BE-43AC-9C0D-BE3E1E6CDB7C}" dt="2026-01-21T20:13:19.944" v="545" actId="478"/>
          <ac:picMkLst>
            <pc:docMk/>
            <pc:sldMk cId="3282041389" sldId="261"/>
            <ac:picMk id="9" creationId="{C6190B47-C166-C99B-3092-83C97CE11F95}"/>
          </ac:picMkLst>
        </pc:picChg>
      </pc:sldChg>
      <pc:sldChg chg="addSp delSp modSp add mod">
        <pc:chgData name="Allan Marques" userId="385adcc6a548153e" providerId="LiveId" clId="{B78029B8-82BE-43AC-9C0D-BE3E1E6CDB7C}" dt="2026-01-21T20:19:36.985" v="573" actId="207"/>
        <pc:sldMkLst>
          <pc:docMk/>
          <pc:sldMk cId="772204029" sldId="262"/>
        </pc:sldMkLst>
        <pc:spChg chg="del">
          <ac:chgData name="Allan Marques" userId="385adcc6a548153e" providerId="LiveId" clId="{B78029B8-82BE-43AC-9C0D-BE3E1E6CDB7C}" dt="2026-01-21T19:53:13.638" v="269" actId="478"/>
          <ac:spMkLst>
            <pc:docMk/>
            <pc:sldMk cId="772204029" sldId="262"/>
            <ac:spMk id="2" creationId="{0BF1F000-CAA6-F295-CAF2-ACD38F8D40E6}"/>
          </ac:spMkLst>
        </pc:spChg>
        <pc:spChg chg="add mod">
          <ac:chgData name="Allan Marques" userId="385adcc6a548153e" providerId="LiveId" clId="{B78029B8-82BE-43AC-9C0D-BE3E1E6CDB7C}" dt="2026-01-21T20:19:36.985" v="573" actId="207"/>
          <ac:spMkLst>
            <pc:docMk/>
            <pc:sldMk cId="772204029" sldId="262"/>
            <ac:spMk id="6" creationId="{05A47236-A4AD-1202-BC6D-1E04B165E4DD}"/>
          </ac:spMkLst>
        </pc:spChg>
        <pc:spChg chg="add del mod">
          <ac:chgData name="Allan Marques" userId="385adcc6a548153e" providerId="LiveId" clId="{B78029B8-82BE-43AC-9C0D-BE3E1E6CDB7C}" dt="2026-01-21T19:57:29.927" v="322"/>
          <ac:spMkLst>
            <pc:docMk/>
            <pc:sldMk cId="772204029" sldId="262"/>
            <ac:spMk id="8" creationId="{421CA0FD-BFCF-EB87-240A-1D095D2CCD70}"/>
          </ac:spMkLst>
        </pc:spChg>
        <pc:picChg chg="mod">
          <ac:chgData name="Allan Marques" userId="385adcc6a548153e" providerId="LiveId" clId="{B78029B8-82BE-43AC-9C0D-BE3E1E6CDB7C}" dt="2026-01-21T20:17:52.625" v="560"/>
          <ac:picMkLst>
            <pc:docMk/>
            <pc:sldMk cId="772204029" sldId="262"/>
            <ac:picMk id="9" creationId="{A26128E0-F543-5C5B-54F8-E2E65CA0A4B3}"/>
          </ac:picMkLst>
        </pc:picChg>
      </pc:sldChg>
      <pc:sldChg chg="addSp delSp modSp add mod">
        <pc:chgData name="Allan Marques" userId="385adcc6a548153e" providerId="LiveId" clId="{B78029B8-82BE-43AC-9C0D-BE3E1E6CDB7C}" dt="2026-01-21T20:19:44.745" v="574" actId="207"/>
        <pc:sldMkLst>
          <pc:docMk/>
          <pc:sldMk cId="2146663678" sldId="263"/>
        </pc:sldMkLst>
        <pc:spChg chg="add mod">
          <ac:chgData name="Allan Marques" userId="385adcc6a548153e" providerId="LiveId" clId="{B78029B8-82BE-43AC-9C0D-BE3E1E6CDB7C}" dt="2026-01-21T20:19:44.745" v="574" actId="207"/>
          <ac:spMkLst>
            <pc:docMk/>
            <pc:sldMk cId="2146663678" sldId="263"/>
            <ac:spMk id="5" creationId="{7C327889-F2C9-0ADC-E7A2-F1F9F67E61BE}"/>
          </ac:spMkLst>
        </pc:spChg>
        <pc:spChg chg="del">
          <ac:chgData name="Allan Marques" userId="385adcc6a548153e" providerId="LiveId" clId="{B78029B8-82BE-43AC-9C0D-BE3E1E6CDB7C}" dt="2026-01-21T19:56:19.745" v="302" actId="478"/>
          <ac:spMkLst>
            <pc:docMk/>
            <pc:sldMk cId="2146663678" sldId="263"/>
            <ac:spMk id="6" creationId="{AC8A10B2-9194-B34B-3E63-B93232F2A343}"/>
          </ac:spMkLst>
        </pc:spChg>
        <pc:spChg chg="del mod">
          <ac:chgData name="Allan Marques" userId="385adcc6a548153e" providerId="LiveId" clId="{B78029B8-82BE-43AC-9C0D-BE3E1E6CDB7C}" dt="2026-01-21T19:56:20.863" v="303" actId="478"/>
          <ac:spMkLst>
            <pc:docMk/>
            <pc:sldMk cId="2146663678" sldId="263"/>
            <ac:spMk id="8" creationId="{95852464-3090-26E5-238D-F2E2C52EF80B}"/>
          </ac:spMkLst>
        </pc:spChg>
        <pc:spChg chg="add del mod">
          <ac:chgData name="Allan Marques" userId="385adcc6a548153e" providerId="LiveId" clId="{B78029B8-82BE-43AC-9C0D-BE3E1E6CDB7C}" dt="2026-01-21T19:57:40.745" v="328"/>
          <ac:spMkLst>
            <pc:docMk/>
            <pc:sldMk cId="2146663678" sldId="263"/>
            <ac:spMk id="10" creationId="{4D09AEC0-EF06-410A-A2FE-981EC970138D}"/>
          </ac:spMkLst>
        </pc:spChg>
        <pc:spChg chg="add del">
          <ac:chgData name="Allan Marques" userId="385adcc6a548153e" providerId="LiveId" clId="{B78029B8-82BE-43AC-9C0D-BE3E1E6CDB7C}" dt="2026-01-21T19:58:41.011" v="339" actId="478"/>
          <ac:spMkLst>
            <pc:docMk/>
            <pc:sldMk cId="2146663678" sldId="263"/>
            <ac:spMk id="17" creationId="{C216E817-381F-ABCF-1C48-BF7260D7B7B5}"/>
          </ac:spMkLst>
        </pc:spChg>
        <pc:picChg chg="mod">
          <ac:chgData name="Allan Marques" userId="385adcc6a548153e" providerId="LiveId" clId="{B78029B8-82BE-43AC-9C0D-BE3E1E6CDB7C}" dt="2026-01-21T20:17:57.017" v="561"/>
          <ac:picMkLst>
            <pc:docMk/>
            <pc:sldMk cId="2146663678" sldId="263"/>
            <ac:picMk id="9" creationId="{061AFC54-A6FE-4728-879B-BC804FCB3FE5}"/>
          </ac:picMkLst>
        </pc:picChg>
      </pc:sldChg>
      <pc:sldChg chg="addSp delSp modSp add mod">
        <pc:chgData name="Allan Marques" userId="385adcc6a548153e" providerId="LiveId" clId="{B78029B8-82BE-43AC-9C0D-BE3E1E6CDB7C}" dt="2026-01-21T20:19:48.322" v="575" actId="207"/>
        <pc:sldMkLst>
          <pc:docMk/>
          <pc:sldMk cId="1031227940" sldId="264"/>
        </pc:sldMkLst>
        <pc:spChg chg="add">
          <ac:chgData name="Allan Marques" userId="385adcc6a548153e" providerId="LiveId" clId="{B78029B8-82BE-43AC-9C0D-BE3E1E6CDB7C}" dt="2026-01-21T19:59:15.723" v="342"/>
          <ac:spMkLst>
            <pc:docMk/>
            <pc:sldMk cId="1031227940" sldId="264"/>
            <ac:spMk id="2" creationId="{F0D86CA2-2CD8-0583-6FD4-C779085926D2}"/>
          </ac:spMkLst>
        </pc:spChg>
        <pc:spChg chg="del">
          <ac:chgData name="Allan Marques" userId="385adcc6a548153e" providerId="LiveId" clId="{B78029B8-82BE-43AC-9C0D-BE3E1E6CDB7C}" dt="2026-01-21T19:58:51.008" v="341" actId="478"/>
          <ac:spMkLst>
            <pc:docMk/>
            <pc:sldMk cId="1031227940" sldId="264"/>
            <ac:spMk id="5" creationId="{9E2F0392-8487-E740-804D-7F3E566D3E45}"/>
          </ac:spMkLst>
        </pc:spChg>
        <pc:spChg chg="add mod">
          <ac:chgData name="Allan Marques" userId="385adcc6a548153e" providerId="LiveId" clId="{B78029B8-82BE-43AC-9C0D-BE3E1E6CDB7C}" dt="2026-01-21T20:19:48.322" v="575" actId="207"/>
          <ac:spMkLst>
            <pc:docMk/>
            <pc:sldMk cId="1031227940" sldId="264"/>
            <ac:spMk id="6" creationId="{A5935CE4-C1A6-2AE8-3130-35B98D937655}"/>
          </ac:spMkLst>
        </pc:spChg>
        <pc:picChg chg="mod">
          <ac:chgData name="Allan Marques" userId="385adcc6a548153e" providerId="LiveId" clId="{B78029B8-82BE-43AC-9C0D-BE3E1E6CDB7C}" dt="2026-01-21T20:18:01.158" v="562"/>
          <ac:picMkLst>
            <pc:docMk/>
            <pc:sldMk cId="1031227940" sldId="264"/>
            <ac:picMk id="9" creationId="{3482FAFE-8317-84ED-3E81-9F3A6EBCEF59}"/>
          </ac:picMkLst>
        </pc:picChg>
      </pc:sldChg>
      <pc:sldChg chg="addSp delSp modSp add mod">
        <pc:chgData name="Allan Marques" userId="385adcc6a548153e" providerId="LiveId" clId="{B78029B8-82BE-43AC-9C0D-BE3E1E6CDB7C}" dt="2026-01-21T20:19:51.711" v="576" actId="207"/>
        <pc:sldMkLst>
          <pc:docMk/>
          <pc:sldMk cId="3725098840" sldId="265"/>
        </pc:sldMkLst>
        <pc:spChg chg="add mod">
          <ac:chgData name="Allan Marques" userId="385adcc6a548153e" providerId="LiveId" clId="{B78029B8-82BE-43AC-9C0D-BE3E1E6CDB7C}" dt="2026-01-21T20:19:51.711" v="576" actId="207"/>
          <ac:spMkLst>
            <pc:docMk/>
            <pc:sldMk cId="3725098840" sldId="265"/>
            <ac:spMk id="2" creationId="{7478F121-46AD-448B-EDDA-34474E369494}"/>
          </ac:spMkLst>
        </pc:spChg>
        <pc:spChg chg="del">
          <ac:chgData name="Allan Marques" userId="385adcc6a548153e" providerId="LiveId" clId="{B78029B8-82BE-43AC-9C0D-BE3E1E6CDB7C}" dt="2026-01-21T20:01:06.656" v="358" actId="478"/>
          <ac:spMkLst>
            <pc:docMk/>
            <pc:sldMk cId="3725098840" sldId="265"/>
            <ac:spMk id="6" creationId="{9185B2F0-16AE-68F6-91F7-D9D5C4C3E9BC}"/>
          </ac:spMkLst>
        </pc:spChg>
        <pc:picChg chg="mod">
          <ac:chgData name="Allan Marques" userId="385adcc6a548153e" providerId="LiveId" clId="{B78029B8-82BE-43AC-9C0D-BE3E1E6CDB7C}" dt="2026-01-21T20:18:08.449" v="563"/>
          <ac:picMkLst>
            <pc:docMk/>
            <pc:sldMk cId="3725098840" sldId="265"/>
            <ac:picMk id="9" creationId="{275587FF-A2A1-4801-45BA-611D6530871E}"/>
          </ac:picMkLst>
        </pc:picChg>
      </pc:sldChg>
      <pc:sldChg chg="addSp delSp modSp add mod">
        <pc:chgData name="Allan Marques" userId="385adcc6a548153e" providerId="LiveId" clId="{B78029B8-82BE-43AC-9C0D-BE3E1E6CDB7C}" dt="2026-01-22T11:31:48.472" v="1238" actId="20577"/>
        <pc:sldMkLst>
          <pc:docMk/>
          <pc:sldMk cId="2489725200" sldId="266"/>
        </pc:sldMkLst>
        <pc:spChg chg="del">
          <ac:chgData name="Allan Marques" userId="385adcc6a548153e" providerId="LiveId" clId="{B78029B8-82BE-43AC-9C0D-BE3E1E6CDB7C}" dt="2026-01-21T20:04:26.663" v="377" actId="478"/>
          <ac:spMkLst>
            <pc:docMk/>
            <pc:sldMk cId="2489725200" sldId="266"/>
            <ac:spMk id="2" creationId="{472F9A7D-9E35-B8AF-CEC3-1749245D73A2}"/>
          </ac:spMkLst>
        </pc:spChg>
        <pc:spChg chg="add mod">
          <ac:chgData name="Allan Marques" userId="385adcc6a548153e" providerId="LiveId" clId="{B78029B8-82BE-43AC-9C0D-BE3E1E6CDB7C}" dt="2026-01-22T11:31:48.472" v="1238" actId="20577"/>
          <ac:spMkLst>
            <pc:docMk/>
            <pc:sldMk cId="2489725200" sldId="266"/>
            <ac:spMk id="6" creationId="{2D887DF2-B9D7-61FD-72BF-A1FC039010B0}"/>
          </ac:spMkLst>
        </pc:spChg>
        <pc:spChg chg="add mod">
          <ac:chgData name="Allan Marques" userId="385adcc6a548153e" providerId="LiveId" clId="{B78029B8-82BE-43AC-9C0D-BE3E1E6CDB7C}" dt="2026-01-22T11:31:26.019" v="1233" actId="14100"/>
          <ac:spMkLst>
            <pc:docMk/>
            <pc:sldMk cId="2489725200" sldId="266"/>
            <ac:spMk id="7" creationId="{4D8E630C-9871-E321-B42D-F2DB9AC583B0}"/>
          </ac:spMkLst>
        </pc:spChg>
        <pc:picChg chg="mod">
          <ac:chgData name="Allan Marques" userId="385adcc6a548153e" providerId="LiveId" clId="{B78029B8-82BE-43AC-9C0D-BE3E1E6CDB7C}" dt="2026-01-21T20:18:18.246" v="565"/>
          <ac:picMkLst>
            <pc:docMk/>
            <pc:sldMk cId="2489725200" sldId="266"/>
            <ac:picMk id="9" creationId="{7B6EFDAD-656C-957A-0D4B-8B0439625C9D}"/>
          </ac:picMkLst>
        </pc:picChg>
      </pc:sldChg>
      <pc:sldChg chg="addSp delSp modSp add mod">
        <pc:chgData name="Allan Marques" userId="385adcc6a548153e" providerId="LiveId" clId="{B78029B8-82BE-43AC-9C0D-BE3E1E6CDB7C}" dt="2026-01-22T11:35:02.625" v="1248" actId="14100"/>
        <pc:sldMkLst>
          <pc:docMk/>
          <pc:sldMk cId="1898608589" sldId="267"/>
        </pc:sldMkLst>
        <pc:spChg chg="del mod">
          <ac:chgData name="Allan Marques" userId="385adcc6a548153e" providerId="LiveId" clId="{B78029B8-82BE-43AC-9C0D-BE3E1E6CDB7C}" dt="2026-01-22T11:14:01.312" v="607" actId="478"/>
          <ac:spMkLst>
            <pc:docMk/>
            <pc:sldMk cId="1898608589" sldId="267"/>
            <ac:spMk id="2" creationId="{AE7874E8-C5C9-4807-B852-1D95327F5D00}"/>
          </ac:spMkLst>
        </pc:spChg>
        <pc:spChg chg="add mod">
          <ac:chgData name="Allan Marques" userId="385adcc6a548153e" providerId="LiveId" clId="{B78029B8-82BE-43AC-9C0D-BE3E1E6CDB7C}" dt="2026-01-22T11:22:14.735" v="859" actId="20577"/>
          <ac:spMkLst>
            <pc:docMk/>
            <pc:sldMk cId="1898608589" sldId="267"/>
            <ac:spMk id="6" creationId="{20AB6AE1-E870-624B-273D-E1A520D41016}"/>
          </ac:spMkLst>
        </pc:spChg>
        <pc:picChg chg="add mod">
          <ac:chgData name="Allan Marques" userId="385adcc6a548153e" providerId="LiveId" clId="{B78029B8-82BE-43AC-9C0D-BE3E1E6CDB7C}" dt="2026-01-22T11:35:02.625" v="1248" actId="14100"/>
          <ac:picMkLst>
            <pc:docMk/>
            <pc:sldMk cId="1898608589" sldId="267"/>
            <ac:picMk id="7" creationId="{22068AF7-B201-30ED-2BA9-AA28D388E691}"/>
          </ac:picMkLst>
        </pc:picChg>
        <pc:picChg chg="mod">
          <ac:chgData name="Allan Marques" userId="385adcc6a548153e" providerId="LiveId" clId="{B78029B8-82BE-43AC-9C0D-BE3E1E6CDB7C}" dt="2026-01-21T20:18:12.452" v="564"/>
          <ac:picMkLst>
            <pc:docMk/>
            <pc:sldMk cId="1898608589" sldId="267"/>
            <ac:picMk id="9" creationId="{814AC568-09AD-DFE5-823C-5EEFA3B69FB0}"/>
          </ac:picMkLst>
        </pc:picChg>
      </pc:sldChg>
      <pc:sldChg chg="modSp add mod">
        <pc:chgData name="Allan Marques" userId="385adcc6a548153e" providerId="LiveId" clId="{B78029B8-82BE-43AC-9C0D-BE3E1E6CDB7C}" dt="2026-01-22T12:45:37.202" v="1400" actId="20577"/>
        <pc:sldMkLst>
          <pc:docMk/>
          <pc:sldMk cId="1699935989" sldId="268"/>
        </pc:sldMkLst>
        <pc:spChg chg="mod">
          <ac:chgData name="Allan Marques" userId="385adcc6a548153e" providerId="LiveId" clId="{B78029B8-82BE-43AC-9C0D-BE3E1E6CDB7C}" dt="2026-01-22T12:45:37.202" v="1400" actId="20577"/>
          <ac:spMkLst>
            <pc:docMk/>
            <pc:sldMk cId="1699935989" sldId="268"/>
            <ac:spMk id="6" creationId="{0B1F89AD-B6CD-7197-2EEA-B4D4BE1440E7}"/>
          </ac:spMkLst>
        </pc:spChg>
        <pc:spChg chg="mod">
          <ac:chgData name="Allan Marques" userId="385adcc6a548153e" providerId="LiveId" clId="{B78029B8-82BE-43AC-9C0D-BE3E1E6CDB7C}" dt="2026-01-21T20:20:07.919" v="580" actId="207"/>
          <ac:spMkLst>
            <pc:docMk/>
            <pc:sldMk cId="1699935989" sldId="268"/>
            <ac:spMk id="7" creationId="{1EE434BF-C130-2296-ACA1-6BC107CFD3B3}"/>
          </ac:spMkLst>
        </pc:spChg>
        <pc:picChg chg="mod">
          <ac:chgData name="Allan Marques" userId="385adcc6a548153e" providerId="LiveId" clId="{B78029B8-82BE-43AC-9C0D-BE3E1E6CDB7C}" dt="2026-01-21T20:18:26.192" v="567"/>
          <ac:picMkLst>
            <pc:docMk/>
            <pc:sldMk cId="1699935989" sldId="268"/>
            <ac:picMk id="9" creationId="{B22328F2-34F6-845E-E109-3C5F19620A61}"/>
          </ac:picMkLst>
        </pc:picChg>
      </pc:sldChg>
      <pc:sldChg chg="addSp delSp modSp add mod">
        <pc:chgData name="Allan Marques" userId="385adcc6a548153e" providerId="LiveId" clId="{B78029B8-82BE-43AC-9C0D-BE3E1E6CDB7C}" dt="2026-01-22T12:43:13.064" v="1380" actId="1076"/>
        <pc:sldMkLst>
          <pc:docMk/>
          <pc:sldMk cId="2791421625" sldId="269"/>
        </pc:sldMkLst>
        <pc:spChg chg="del">
          <ac:chgData name="Allan Marques" userId="385adcc6a548153e" providerId="LiveId" clId="{B78029B8-82BE-43AC-9C0D-BE3E1E6CDB7C}" dt="2026-01-21T20:12:10.343" v="541" actId="478"/>
          <ac:spMkLst>
            <pc:docMk/>
            <pc:sldMk cId="2791421625" sldId="269"/>
            <ac:spMk id="6" creationId="{590E0139-425F-34F8-55A3-AF890A62CDDE}"/>
          </ac:spMkLst>
        </pc:spChg>
        <pc:spChg chg="mod">
          <ac:chgData name="Allan Marques" userId="385adcc6a548153e" providerId="LiveId" clId="{B78029B8-82BE-43AC-9C0D-BE3E1E6CDB7C}" dt="2026-01-22T12:34:35.622" v="1299" actId="14100"/>
          <ac:spMkLst>
            <pc:docMk/>
            <pc:sldMk cId="2791421625" sldId="269"/>
            <ac:spMk id="7" creationId="{DEC20EEA-A65F-EECD-C2C6-20C52385A76D}"/>
          </ac:spMkLst>
        </pc:spChg>
        <pc:spChg chg="add mod">
          <ac:chgData name="Allan Marques" userId="385adcc6a548153e" providerId="LiveId" clId="{B78029B8-82BE-43AC-9C0D-BE3E1E6CDB7C}" dt="2026-01-22T12:40:47.538" v="1361" actId="1076"/>
          <ac:spMkLst>
            <pc:docMk/>
            <pc:sldMk cId="2791421625" sldId="269"/>
            <ac:spMk id="18" creationId="{92F3CD78-4088-6FD7-3ECE-1AD6C66C42F7}"/>
          </ac:spMkLst>
        </pc:spChg>
        <pc:picChg chg="add mod modCrop">
          <ac:chgData name="Allan Marques" userId="385adcc6a548153e" providerId="LiveId" clId="{B78029B8-82BE-43AC-9C0D-BE3E1E6CDB7C}" dt="2026-01-22T12:43:13.064" v="1380" actId="1076"/>
          <ac:picMkLst>
            <pc:docMk/>
            <pc:sldMk cId="2791421625" sldId="269"/>
            <ac:picMk id="5" creationId="{FB2385AA-6CA9-AF05-904F-C0220A0FA7F4}"/>
          </ac:picMkLst>
        </pc:picChg>
        <pc:picChg chg="add mod modCrop">
          <ac:chgData name="Allan Marques" userId="385adcc6a548153e" providerId="LiveId" clId="{B78029B8-82BE-43AC-9C0D-BE3E1E6CDB7C}" dt="2026-01-22T11:52:52.024" v="1281" actId="14100"/>
          <ac:picMkLst>
            <pc:docMk/>
            <pc:sldMk cId="2791421625" sldId="269"/>
            <ac:picMk id="8" creationId="{BC413DEE-E5B6-CD48-09FB-2A460B8702D8}"/>
          </ac:picMkLst>
        </pc:picChg>
        <pc:picChg chg="mod">
          <ac:chgData name="Allan Marques" userId="385adcc6a548153e" providerId="LiveId" clId="{B78029B8-82BE-43AC-9C0D-BE3E1E6CDB7C}" dt="2026-01-21T20:18:22.086" v="566"/>
          <ac:picMkLst>
            <pc:docMk/>
            <pc:sldMk cId="2791421625" sldId="269"/>
            <ac:picMk id="9" creationId="{CF403AB6-C20A-E1AB-8DA2-7F41CCB22920}"/>
          </ac:picMkLst>
        </pc:picChg>
        <pc:picChg chg="add mod modCrop">
          <ac:chgData name="Allan Marques" userId="385adcc6a548153e" providerId="LiveId" clId="{B78029B8-82BE-43AC-9C0D-BE3E1E6CDB7C}" dt="2026-01-22T12:40:51.918" v="1363" actId="1076"/>
          <ac:picMkLst>
            <pc:docMk/>
            <pc:sldMk cId="2791421625" sldId="269"/>
            <ac:picMk id="13" creationId="{E1FBBB12-FF2D-DDFA-C445-71D6FC662FE1}"/>
          </ac:picMkLst>
        </pc:picChg>
        <pc:picChg chg="add del mod">
          <ac:chgData name="Allan Marques" userId="385adcc6a548153e" providerId="LiveId" clId="{B78029B8-82BE-43AC-9C0D-BE3E1E6CDB7C}" dt="2026-01-22T12:40:56.430" v="1365" actId="478"/>
          <ac:picMkLst>
            <pc:docMk/>
            <pc:sldMk cId="2791421625" sldId="269"/>
            <ac:picMk id="19" creationId="{389719B4-0C71-6B6F-4077-3908FDBEA9C3}"/>
          </ac:picMkLst>
        </pc:picChg>
        <pc:picChg chg="add mod modCrop">
          <ac:chgData name="Allan Marques" userId="385adcc6a548153e" providerId="LiveId" clId="{B78029B8-82BE-43AC-9C0D-BE3E1E6CDB7C}" dt="2026-01-22T12:43:06.170" v="1379" actId="14100"/>
          <ac:picMkLst>
            <pc:docMk/>
            <pc:sldMk cId="2791421625" sldId="269"/>
            <ac:picMk id="21" creationId="{9E01BB15-E7ED-5AC1-714E-B103EC7EDFBF}"/>
          </ac:picMkLst>
        </pc:picChg>
      </pc:sldChg>
      <pc:sldChg chg="modSp add mod">
        <pc:chgData name="Allan Marques" userId="385adcc6a548153e" providerId="LiveId" clId="{B78029B8-82BE-43AC-9C0D-BE3E1E6CDB7C}" dt="2026-01-22T11:13:39.821" v="605" actId="14100"/>
        <pc:sldMkLst>
          <pc:docMk/>
          <pc:sldMk cId="345302098" sldId="270"/>
        </pc:sldMkLst>
        <pc:spChg chg="mod">
          <ac:chgData name="Allan Marques" userId="385adcc6a548153e" providerId="LiveId" clId="{B78029B8-82BE-43AC-9C0D-BE3E1E6CDB7C}" dt="2026-01-22T11:13:39.821" v="605" actId="14100"/>
          <ac:spMkLst>
            <pc:docMk/>
            <pc:sldMk cId="345302098" sldId="270"/>
            <ac:spMk id="2" creationId="{656E4B16-F795-B420-01B2-5B13EF03B925}"/>
          </ac:spMkLst>
        </pc:spChg>
      </pc:sldChg>
      <pc:sldChg chg="modSp add mod ord">
        <pc:chgData name="Allan Marques" userId="385adcc6a548153e" providerId="LiveId" clId="{B78029B8-82BE-43AC-9C0D-BE3E1E6CDB7C}" dt="2026-01-22T11:32:11.421" v="1241"/>
        <pc:sldMkLst>
          <pc:docMk/>
          <pc:sldMk cId="1725303690" sldId="271"/>
        </pc:sldMkLst>
        <pc:spChg chg="mod">
          <ac:chgData name="Allan Marques" userId="385adcc6a548153e" providerId="LiveId" clId="{B78029B8-82BE-43AC-9C0D-BE3E1E6CDB7C}" dt="2026-01-22T11:32:02.674" v="1239" actId="123"/>
          <ac:spMkLst>
            <pc:docMk/>
            <pc:sldMk cId="1725303690" sldId="271"/>
            <ac:spMk id="6" creationId="{13A2491B-CC30-F2F4-605E-E5DE2AEFDB15}"/>
          </ac:spMkLst>
        </pc:spChg>
      </pc:sldChg>
      <pc:sldChg chg="modSp add mod ord">
        <pc:chgData name="Allan Marques" userId="385adcc6a548153e" providerId="LiveId" clId="{B78029B8-82BE-43AC-9C0D-BE3E1E6CDB7C}" dt="2026-01-22T11:23:06.933" v="873" actId="20577"/>
        <pc:sldMkLst>
          <pc:docMk/>
          <pc:sldMk cId="2098016378" sldId="272"/>
        </pc:sldMkLst>
        <pc:spChg chg="mod">
          <ac:chgData name="Allan Marques" userId="385adcc6a548153e" providerId="LiveId" clId="{B78029B8-82BE-43AC-9C0D-BE3E1E6CDB7C}" dt="2026-01-22T11:23:06.933" v="873" actId="20577"/>
          <ac:spMkLst>
            <pc:docMk/>
            <pc:sldMk cId="2098016378" sldId="272"/>
            <ac:spMk id="2" creationId="{C0F530A3-F4C2-2867-F917-00494AAE17A3}"/>
          </ac:spMkLst>
        </pc:spChg>
      </pc:sldChg>
      <pc:sldChg chg="addSp modSp add mod ord">
        <pc:chgData name="Allan Marques" userId="385adcc6a548153e" providerId="LiveId" clId="{B78029B8-82BE-43AC-9C0D-BE3E1E6CDB7C}" dt="2026-01-22T11:25:59.310" v="1028" actId="14100"/>
        <pc:sldMkLst>
          <pc:docMk/>
          <pc:sldMk cId="2888470677" sldId="273"/>
        </pc:sldMkLst>
        <pc:spChg chg="mod">
          <ac:chgData name="Allan Marques" userId="385adcc6a548153e" providerId="LiveId" clId="{B78029B8-82BE-43AC-9C0D-BE3E1E6CDB7C}" dt="2026-01-22T11:25:12.464" v="1022" actId="20577"/>
          <ac:spMkLst>
            <pc:docMk/>
            <pc:sldMk cId="2888470677" sldId="273"/>
            <ac:spMk id="6" creationId="{157040EF-E3B0-3297-9DC7-1D49ED0BC74C}"/>
          </ac:spMkLst>
        </pc:spChg>
        <pc:picChg chg="add mod">
          <ac:chgData name="Allan Marques" userId="385adcc6a548153e" providerId="LiveId" clId="{B78029B8-82BE-43AC-9C0D-BE3E1E6CDB7C}" dt="2026-01-22T11:25:59.310" v="1028" actId="14100"/>
          <ac:picMkLst>
            <pc:docMk/>
            <pc:sldMk cId="2888470677" sldId="273"/>
            <ac:picMk id="5" creationId="{BD169602-5049-AD9F-A132-26777685FB77}"/>
          </ac:picMkLst>
        </pc:picChg>
      </pc:sldChg>
      <pc:sldChg chg="modSp add mod">
        <pc:chgData name="Allan Marques" userId="385adcc6a548153e" providerId="LiveId" clId="{B78029B8-82BE-43AC-9C0D-BE3E1E6CDB7C}" dt="2026-01-22T11:26:55.340" v="1035" actId="14100"/>
        <pc:sldMkLst>
          <pc:docMk/>
          <pc:sldMk cId="2935185515" sldId="274"/>
        </pc:sldMkLst>
        <pc:spChg chg="mod">
          <ac:chgData name="Allan Marques" userId="385adcc6a548153e" providerId="LiveId" clId="{B78029B8-82BE-43AC-9C0D-BE3E1E6CDB7C}" dt="2026-01-22T11:26:55.340" v="1035" actId="14100"/>
          <ac:spMkLst>
            <pc:docMk/>
            <pc:sldMk cId="2935185515" sldId="274"/>
            <ac:spMk id="2" creationId="{1368B17D-6FF3-E212-EC31-F8DB500C00BC}"/>
          </ac:spMkLst>
        </pc:spChg>
      </pc:sldChg>
      <pc:sldChg chg="addSp delSp modSp add mod ord">
        <pc:chgData name="Allan Marques" userId="385adcc6a548153e" providerId="LiveId" clId="{B78029B8-82BE-43AC-9C0D-BE3E1E6CDB7C}" dt="2026-01-22T11:29:29.959" v="1210" actId="14100"/>
        <pc:sldMkLst>
          <pc:docMk/>
          <pc:sldMk cId="4124622353" sldId="275"/>
        </pc:sldMkLst>
        <pc:spChg chg="mod">
          <ac:chgData name="Allan Marques" userId="385adcc6a548153e" providerId="LiveId" clId="{B78029B8-82BE-43AC-9C0D-BE3E1E6CDB7C}" dt="2026-01-22T11:28:21.474" v="1202" actId="20577"/>
          <ac:spMkLst>
            <pc:docMk/>
            <pc:sldMk cId="4124622353" sldId="275"/>
            <ac:spMk id="6" creationId="{695CE46F-611B-FA22-A6BC-9C9129B057F4}"/>
          </ac:spMkLst>
        </pc:spChg>
        <pc:picChg chg="del">
          <ac:chgData name="Allan Marques" userId="385adcc6a548153e" providerId="LiveId" clId="{B78029B8-82BE-43AC-9C0D-BE3E1E6CDB7C}" dt="2026-01-22T11:27:48.738" v="1149" actId="478"/>
          <ac:picMkLst>
            <pc:docMk/>
            <pc:sldMk cId="4124622353" sldId="275"/>
            <ac:picMk id="5" creationId="{AC64BCBB-C3B8-D8FE-8563-928B472C6F2E}"/>
          </ac:picMkLst>
        </pc:picChg>
        <pc:picChg chg="add mod">
          <ac:chgData name="Allan Marques" userId="385adcc6a548153e" providerId="LiveId" clId="{B78029B8-82BE-43AC-9C0D-BE3E1E6CDB7C}" dt="2026-01-22T11:29:29.959" v="1210" actId="14100"/>
          <ac:picMkLst>
            <pc:docMk/>
            <pc:sldMk cId="4124622353" sldId="275"/>
            <ac:picMk id="7" creationId="{45BCCCBE-1C69-3B79-5168-D3037991B32C}"/>
          </ac:picMkLst>
        </pc:picChg>
      </pc:sldChg>
      <pc:sldChg chg="addSp modSp add mod">
        <pc:chgData name="Allan Marques" userId="385adcc6a548153e" providerId="LiveId" clId="{B78029B8-82BE-43AC-9C0D-BE3E1E6CDB7C}" dt="2026-01-22T16:25:30.334" v="1829" actId="20577"/>
        <pc:sldMkLst>
          <pc:docMk/>
          <pc:sldMk cId="2000371552" sldId="276"/>
        </pc:sldMkLst>
        <pc:spChg chg="mod">
          <ac:chgData name="Allan Marques" userId="385adcc6a548153e" providerId="LiveId" clId="{B78029B8-82BE-43AC-9C0D-BE3E1E6CDB7C}" dt="2026-01-22T13:07:10.040" v="1424" actId="14100"/>
          <ac:spMkLst>
            <pc:docMk/>
            <pc:sldMk cId="2000371552" sldId="276"/>
            <ac:spMk id="2" creationId="{57162B68-723D-BA67-8A22-F91EBDB90646}"/>
          </ac:spMkLst>
        </pc:spChg>
        <pc:spChg chg="mod">
          <ac:chgData name="Allan Marques" userId="385adcc6a548153e" providerId="LiveId" clId="{B78029B8-82BE-43AC-9C0D-BE3E1E6CDB7C}" dt="2026-01-22T16:25:30.334" v="1829" actId="20577"/>
          <ac:spMkLst>
            <pc:docMk/>
            <pc:sldMk cId="2000371552" sldId="276"/>
            <ac:spMk id="6" creationId="{5AC26050-2E8D-FA6F-AA3E-1518D80F470D}"/>
          </ac:spMkLst>
        </pc:spChg>
        <pc:picChg chg="add mod">
          <ac:chgData name="Allan Marques" userId="385adcc6a548153e" providerId="LiveId" clId="{B78029B8-82BE-43AC-9C0D-BE3E1E6CDB7C}" dt="2026-01-22T14:44:54.933" v="1669" actId="14100"/>
          <ac:picMkLst>
            <pc:docMk/>
            <pc:sldMk cId="2000371552" sldId="276"/>
            <ac:picMk id="7" creationId="{6B18FB33-0FBD-B153-E8EA-0F24BFA2D3A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177D4DC4-96DC-4F9A-B0F2-98872D7F4CB4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1FA5CED-534B-4FA3-A6DA-93DF4F613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134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A5CED-534B-4FA3-A6DA-93DF4F613023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228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84B08-2373-7D69-81E9-5C8857C9F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3C77D0-09E0-8CF1-61C4-C912001BA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ADFEC0-6DE2-75AD-8A47-075B3CE7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835574-0EE6-D135-5CA1-0F872143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566063-6404-A6E1-128B-BA292647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3642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AADB8-8B86-81E8-A167-A29CD650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1D7042-D5EA-CA61-B962-BA7AF53C6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868439-CD63-A069-3B3B-C1C4D8DC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24B864-ADB0-6EE4-D494-0E0F69696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9975C-0D36-F1ED-6DF6-7119E6DF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707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A1991-8953-1E2A-2B78-30C4ABE6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BCD086-3171-9824-F823-601A77B9E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54D28F-2960-D3DB-A570-F742089A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2EA54-1EBF-6CFC-DEF8-3260B8792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735872-0B24-5F17-1D65-684C976F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246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43365-27E6-3E3C-DA8A-04021F5A6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155E82-CD8C-A030-C7D8-A4EE4BD3F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FC5ED0-D118-4D72-4D96-EAB2176A7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3C22BD-A19B-FB59-098F-217162410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74A9EB-AEBA-A6B4-616A-8EE8CC32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E8418C-B603-3521-799D-6F033FECD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902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C311E-88B2-FB08-DC7D-070D107C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295755-8471-EB50-DD6C-311334A6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49782E-EC87-224F-E1C5-55352B97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EF9B2F8-CCC1-9607-B30C-8937DCD6B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2BCA20-5476-347F-9ED4-CF8E6B609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D33A141-0DD6-4886-E537-CD43BE4B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53DC3B9-D6AD-D37E-0708-1A4B08BB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1AA083-C1BF-6C89-F33E-66F7F7CB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87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3B873-38F1-0F5D-E8FE-8CBDF6792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32A6725-D94D-B544-8A34-E60B573BC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95665-6EBC-BD41-ED70-02B9C0BF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A1C796-3F0E-EEE3-E1EA-97057EAB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11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0685186-421F-FA76-8F05-AE65F8FD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5D4451-298F-A300-877E-F304A04D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F76104-FF0F-26A0-BC02-425237D9B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976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44645-6A36-9F44-D4C1-C8F577CE2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29CE33-1C7C-D4BA-5051-B9BA70439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4B6221-79BB-BCE6-0170-EAD71BEF6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11422A-3989-A272-E46C-F0828B74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352F34-F48D-4AD9-1062-FD1896931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AE2E7A-559F-65FA-2BF8-E22633E5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664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5AF1F-98DE-1D08-6297-00DE04F2A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0BC260-B24A-05AA-9C61-2F1BEFCD3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CCDDD7-2CA8-F057-1C04-C75BFC03D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C4C599-F8AD-42D7-767B-BA85A8FC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0C6A08-4913-FC5B-A52B-B483E7A52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4952D3-DDBA-750E-A331-071F39FE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473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C9DAE-852A-8443-5898-2BA5D473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942ED2-0C38-3AC7-DB83-537AB23B7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FEA94D-6163-3B1A-4430-7CA37406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78C471-E509-279A-0B94-EA93BA76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1E80E8-5623-4224-001E-059C54CA2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975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1C612C-E005-9BA0-EF97-E67F1CBAE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D8443-1DCA-896B-A0B0-B65BEB190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A458F1-DD91-642B-8564-1768D10A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EAE5B8-8205-AB8E-668D-27FDFD89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39D88F-1438-792B-FA91-8F670B8E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21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CE05370-116D-3675-FE4B-BC78AC80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258202-43FA-FF53-F351-E6094369B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92369-DD8B-A237-A1C7-4AF1743C8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CAA63-6B93-4610-80A3-674F68913B53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B112CB-4C39-A1E1-567F-5B079EF81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3F6CA1-3BE5-47FD-827F-9B47AFADE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B956C-4AC6-4B68-B0C5-87267E2F5A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330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visaope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A16DE-121D-8D14-BB35-990E7C4BE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8B60CF78-D3EA-EC4A-60F6-90DC71755F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0D56C78A-BEAD-58D9-13C9-36FFBB116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14" y="1143000"/>
            <a:ext cx="1139737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4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D3AC-EA06-12BF-8A53-5B88CC9C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CBEE18CF-C086-2C24-7263-C563A10225D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EDF4"/>
              </a:clrFrom>
              <a:clrTo>
                <a:srgbClr val="FAEDF4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142" y="1153581"/>
            <a:ext cx="9152858" cy="570442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9A2AF18F-7843-7723-A3AF-4250C01C6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C06710AD-E069-12FA-9988-0F811D2CE374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378D9D7A-0AEF-D3B2-233D-626657C69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03" y="5489333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6740FC70-238A-8588-2C0B-604A4E17DC1B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A07B6A2D-9C6C-EC41-610C-7887AFF90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C973B8BA-480B-4541-F9BB-0F7853387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C0E99EBF-1068-9948-1F55-F545CDB51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A53FCD9-14AB-FD2B-BBD5-2EDAAF18CC06}"/>
              </a:ext>
            </a:extLst>
          </p:cNvPr>
          <p:cNvSpPr txBox="1"/>
          <p:nvPr/>
        </p:nvSpPr>
        <p:spPr>
          <a:xfrm>
            <a:off x="8172450" y="156849"/>
            <a:ext cx="40195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5000" b="1" dirty="0">
                <a:solidFill>
                  <a:srgbClr val="002060"/>
                </a:solidFill>
              </a:rPr>
              <a:t>Institucional</a:t>
            </a:r>
            <a:endParaRPr lang="pt-BR" sz="5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041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CCFED-171A-EB62-9CF2-3EB34CF0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FB74538-B022-6063-03C2-50191D209810}"/>
              </a:ext>
            </a:extLst>
          </p:cNvPr>
          <p:cNvSpPr txBox="1"/>
          <p:nvPr/>
        </p:nvSpPr>
        <p:spPr>
          <a:xfrm>
            <a:off x="3495040" y="375338"/>
            <a:ext cx="805688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pt-BR" b="1" dirty="0">
              <a:solidFill>
                <a:srgbClr val="002060"/>
              </a:solidFill>
            </a:endParaRPr>
          </a:p>
          <a:p>
            <a:pPr algn="just">
              <a:buNone/>
            </a:pPr>
            <a:r>
              <a:rPr lang="pt-BR" sz="2000" b="1" dirty="0">
                <a:solidFill>
                  <a:srgbClr val="002060"/>
                </a:solidFill>
              </a:rPr>
              <a:t>Quem somos?</a:t>
            </a:r>
          </a:p>
          <a:p>
            <a:pPr algn="just">
              <a:buNone/>
            </a:pPr>
            <a:endParaRPr lang="pt-BR" sz="2000" b="1" dirty="0">
              <a:solidFill>
                <a:srgbClr val="002060"/>
              </a:solidFill>
            </a:endParaRPr>
          </a:p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Fundada em maio de 2016, nossa empresa nasceu com o propósito de oferecer soluções inovadoras e seguras no setor de Engenharia Contra Incêndio e Pânico. Com sede em Belo Horizonte – MG, atuamos em todo o território nacional, sempre pautados na qualidade, responsabilidade técnica e comprometimento com a segurança das pessoas e do patrimônio.</a:t>
            </a:r>
          </a:p>
          <a:p>
            <a:pPr algn="just">
              <a:buNone/>
            </a:pPr>
            <a:endParaRPr lang="pt-BR" sz="2000" dirty="0">
              <a:solidFill>
                <a:srgbClr val="002060"/>
              </a:solidFill>
            </a:endParaRPr>
          </a:p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Ao longo de sua trajetória, a empresa já desenvolveu mais de 1.000 projetos para clientes de diferentes segmentos, incluindo indústrias, comércios, órgãos públicos, instituições filantrópicas e eventos temporários. Nossa experiência consolidada nos torna referência no mercado de prevenção e combate a incêndios.</a:t>
            </a:r>
          </a:p>
        </p:txBody>
      </p:sp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B25C662D-667D-0612-CE65-ED737222E8E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3748BF35-D258-93F8-95B6-36E997F99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A08D88A4-B1C2-A08F-D93C-714435B1F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260734"/>
              </p:ext>
            </p:extLst>
          </p:nvPr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C82D7704-2266-01A7-FCC2-CCC0431A5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9CC00A08-0641-1C2C-A3D8-45CB163933F6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350A5F8D-95EE-2E6D-EF66-8DC0BF6C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3A1448DC-47CD-81A6-8333-65D22EF89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80966EC1-4C63-1AF6-A098-4D523F483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6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092FB-7C72-D1CC-BD3F-014D39B4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AF0D0FAC-9D75-6D6F-A949-DB72E0FDD3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8DF2BF43-FD4D-90DE-5461-E9F5A12B1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686ABEE1-E903-6318-F70D-99859FD482D7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11F83AA2-F3BA-33AB-2887-4F9A0D12A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E8178002-5918-724F-8C15-DEA0EAD4F214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1E6652C6-F92B-C5BB-9BF8-0B97F5E49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38DA6C16-57B6-C01B-8A6B-ECDED1BEF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C734EF5B-3108-13FA-3130-C39F8C3FD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F74C3A5-64E6-9055-8230-B9719F78A694}"/>
              </a:ext>
            </a:extLst>
          </p:cNvPr>
          <p:cNvSpPr txBox="1"/>
          <p:nvPr/>
        </p:nvSpPr>
        <p:spPr>
          <a:xfrm>
            <a:off x="3490399" y="371519"/>
            <a:ext cx="83439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b="1" dirty="0">
                <a:solidFill>
                  <a:srgbClr val="002060"/>
                </a:solidFill>
              </a:rPr>
              <a:t>Missão</a:t>
            </a:r>
          </a:p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Garantir a segurança contra incêndios em edificações e eventos, por meio de soluções técnicas eficientes, sustentáveis e de acordo com as normas vigentes, preservando vidas e patrimônios.</a:t>
            </a:r>
          </a:p>
          <a:p>
            <a:pPr algn="just">
              <a:buNone/>
            </a:pPr>
            <a:endParaRPr lang="pt-BR" sz="2000" dirty="0">
              <a:solidFill>
                <a:srgbClr val="002060"/>
              </a:solidFill>
            </a:endParaRPr>
          </a:p>
          <a:p>
            <a:pPr algn="just">
              <a:buNone/>
            </a:pPr>
            <a:r>
              <a:rPr lang="pt-BR" sz="2000" b="1" dirty="0">
                <a:solidFill>
                  <a:srgbClr val="002060"/>
                </a:solidFill>
              </a:rPr>
              <a:t>Visão</a:t>
            </a:r>
          </a:p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Ser reconhecida nacionalmente como uma das principais empresas de Engenharia Contra Incêndio, destacando-se pela inovação, credibilidade e excelência técnica.</a:t>
            </a:r>
          </a:p>
          <a:p>
            <a:pPr algn="just">
              <a:buNone/>
            </a:pPr>
            <a:endParaRPr lang="pt-BR" sz="2000" dirty="0">
              <a:solidFill>
                <a:srgbClr val="002060"/>
              </a:solidFill>
            </a:endParaRPr>
          </a:p>
          <a:p>
            <a:pPr algn="just">
              <a:buNone/>
            </a:pPr>
            <a:r>
              <a:rPr lang="pt-BR" sz="2000" b="1" dirty="0">
                <a:solidFill>
                  <a:srgbClr val="002060"/>
                </a:solidFill>
              </a:rPr>
              <a:t>Valores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2060"/>
                </a:solidFill>
              </a:rPr>
              <a:t>Compromisso com a segurança</a:t>
            </a:r>
            <a:r>
              <a:rPr lang="pt-BR" sz="2000" dirty="0">
                <a:solidFill>
                  <a:srgbClr val="002060"/>
                </a:solidFill>
              </a:rPr>
              <a:t> acima de tudo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2060"/>
                </a:solidFill>
              </a:rPr>
              <a:t>Ética e responsabilidade</a:t>
            </a:r>
            <a:r>
              <a:rPr lang="pt-BR" sz="2000" dirty="0">
                <a:solidFill>
                  <a:srgbClr val="002060"/>
                </a:solidFill>
              </a:rPr>
              <a:t> em cada projeto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2060"/>
                </a:solidFill>
              </a:rPr>
              <a:t>Qualidade técnica</a:t>
            </a:r>
            <a:r>
              <a:rPr lang="pt-BR" sz="2000" dirty="0">
                <a:solidFill>
                  <a:srgbClr val="002060"/>
                </a:solidFill>
              </a:rPr>
              <a:t> e cumprimento das normas legais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2060"/>
                </a:solidFill>
              </a:rPr>
              <a:t>Inovação e tecnologia</a:t>
            </a:r>
            <a:r>
              <a:rPr lang="pt-BR" sz="2000" dirty="0">
                <a:solidFill>
                  <a:srgbClr val="002060"/>
                </a:solidFill>
              </a:rPr>
              <a:t> aplicadas à prevenção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2060"/>
                </a:solidFill>
              </a:rPr>
              <a:t>Respeito e transparência</a:t>
            </a:r>
            <a:r>
              <a:rPr lang="pt-BR" sz="2000" dirty="0">
                <a:solidFill>
                  <a:srgbClr val="002060"/>
                </a:solidFill>
              </a:rPr>
              <a:t> com clientes e parceiros</a:t>
            </a:r>
          </a:p>
        </p:txBody>
      </p:sp>
    </p:spTree>
    <p:extLst>
      <p:ext uri="{BB962C8B-B14F-4D97-AF65-F5344CB8AC3E}">
        <p14:creationId xmlns:p14="http://schemas.microsoft.com/office/powerpoint/2010/main" val="2768839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B98B8-EC27-DBD9-E868-6E4391C4A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1EB5A3E4-AF09-59D1-020E-37BD3B48472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EDF4"/>
              </a:clrFrom>
              <a:clrTo>
                <a:srgbClr val="FAEDF4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142" y="1153579"/>
            <a:ext cx="9152858" cy="5704421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33F15474-F975-3E1F-317A-614E55B7D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6292647-87ED-5139-8F0C-915EFBCBAC33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1532A855-78D0-4DFE-3B97-10033B1FA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03" y="5489333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99C3CBD2-F2A0-AC06-0CF1-205B84509E81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9C49BFFD-B0AA-D602-8213-186F4B1D0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D8CF3B50-7C8C-833D-85FF-B3EB97236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432309C9-07C9-E8CB-511F-627604AEB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4C359B3-C110-842F-24EE-03DF1DAF3C29}"/>
              </a:ext>
            </a:extLst>
          </p:cNvPr>
          <p:cNvSpPr txBox="1"/>
          <p:nvPr/>
        </p:nvSpPr>
        <p:spPr>
          <a:xfrm>
            <a:off x="9429750" y="156849"/>
            <a:ext cx="27622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5000" b="1" dirty="0">
                <a:solidFill>
                  <a:srgbClr val="002060"/>
                </a:solidFill>
              </a:rPr>
              <a:t>Serviços</a:t>
            </a:r>
            <a:endParaRPr lang="pt-BR" sz="5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377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1D2D-4340-4F15-02F2-D8B3EFB16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A26128E0-F543-5C5B-54F8-E2E65CA0A4B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A668C3C-BC11-3DC9-8166-FD05FEF4E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849D4A6-AE97-BC3D-4B1D-0B029BBC1599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8B8DFD5B-ECD5-90C7-44B2-177A5C03A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74BDCD4D-0096-895E-6FD5-90F7A745A4E2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B0C2D845-9938-2331-594D-507D8186F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44BA4A0B-2BE7-D025-3C96-867F0D2C2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5278DE9F-29D4-8251-2E87-D19388C0E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5A47236-A4AD-1202-BC6D-1E04B165E4DD}"/>
              </a:ext>
            </a:extLst>
          </p:cNvPr>
          <p:cNvSpPr txBox="1"/>
          <p:nvPr/>
        </p:nvSpPr>
        <p:spPr>
          <a:xfrm>
            <a:off x="3425190" y="1178234"/>
            <a:ext cx="840910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02060"/>
                </a:solidFill>
              </a:rPr>
              <a:t>Elaboração de Projetos Contra Incêndio e Pânico</a:t>
            </a:r>
            <a:endParaRPr lang="pt-BR" sz="20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2060"/>
                </a:solidFill>
              </a:rPr>
              <a:t>Para edificações de pequeno porte (</a:t>
            </a:r>
            <a:r>
              <a:rPr lang="pt-BR" sz="2000" b="1" dirty="0">
                <a:solidFill>
                  <a:srgbClr val="002060"/>
                </a:solidFill>
              </a:rPr>
              <a:t>PTS</a:t>
            </a:r>
            <a:r>
              <a:rPr lang="pt-BR" sz="2000" dirty="0">
                <a:solidFill>
                  <a:srgbClr val="002060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2060"/>
                </a:solidFill>
              </a:rPr>
              <a:t>Para edificações de médio e grande porte (</a:t>
            </a:r>
            <a:r>
              <a:rPr lang="pt-BR" sz="2000" b="1" dirty="0">
                <a:solidFill>
                  <a:srgbClr val="002060"/>
                </a:solidFill>
              </a:rPr>
              <a:t>PT</a:t>
            </a:r>
            <a:r>
              <a:rPr lang="pt-BR" sz="2000" dirty="0">
                <a:solidFill>
                  <a:srgbClr val="002060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2060"/>
                </a:solidFill>
              </a:rPr>
              <a:t>Projetos industriais em todo o Brasil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2060"/>
              </a:solidFill>
            </a:endParaRPr>
          </a:p>
          <a:p>
            <a:pPr algn="just">
              <a:buNone/>
            </a:pPr>
            <a:r>
              <a:rPr lang="pt-BR" sz="2000" b="1" dirty="0">
                <a:solidFill>
                  <a:srgbClr val="002060"/>
                </a:solidFill>
              </a:rPr>
              <a:t>Projetos para Eventos Temporários</a:t>
            </a:r>
            <a:endParaRPr lang="pt-BR" sz="2000" dirty="0">
              <a:solidFill>
                <a:srgbClr val="00206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2060"/>
                </a:solidFill>
              </a:rPr>
              <a:t>Dimensionamento de sistemas de proteção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2060"/>
                </a:solidFill>
              </a:rPr>
              <a:t>Adequações para shows, feiras e estruturas móveis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2060"/>
                </a:solidFill>
              </a:rPr>
              <a:t>Experiência comprovada em grandes eventos realizados em estádios, praças públicas e espaços de grande porte, atendendo clientes de nomes expressivos no cenário nacional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204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84EA-3A82-6C56-DC57-8B1CBD16E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061AFC54-A6FE-4728-879B-BC804FCB3FE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568B7CE5-5FC1-9C41-0777-766FBD868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F4449216-A0CA-6E03-80AD-D2B806FA7D7E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EFE4012F-7F65-30E7-A908-679B9F46F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53CADA0E-42AF-0CC6-7F40-A70B9337AB5A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72F6FFB9-8861-F60F-1B1D-9C9D42685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0D9E5486-B1D2-96EB-13D0-13BEC9D8B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0BC21F2E-0343-7282-244B-8717B2484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C327889-F2C9-0ADC-E7A2-F1F9F67E61BE}"/>
              </a:ext>
            </a:extLst>
          </p:cNvPr>
          <p:cNvSpPr txBox="1"/>
          <p:nvPr/>
        </p:nvSpPr>
        <p:spPr>
          <a:xfrm>
            <a:off x="3448049" y="671988"/>
            <a:ext cx="838625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02060"/>
                </a:solidFill>
              </a:rPr>
              <a:t>Projetos para Edificações Comerciais e Residenciais</a:t>
            </a:r>
            <a:endParaRPr lang="pt-BR" sz="2000" dirty="0">
              <a:solidFill>
                <a:srgbClr val="00206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2060"/>
                </a:solidFill>
              </a:rPr>
              <a:t>Soluções de proteção e prevenção para prédios de pequeno, médio e grande porte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2060"/>
                </a:solidFill>
              </a:rPr>
              <a:t>Já realizamos projetos e laudos para edificações localizadas na região metropolitana de Belo Horizonte, contemplando diferentes perfis de empreendimentos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sz="2000" b="1" dirty="0">
                <a:solidFill>
                  <a:srgbClr val="002060"/>
                </a:solidFill>
              </a:rPr>
              <a:t>Atendimento ao Setor Industrial e de Mineração</a:t>
            </a:r>
            <a:endParaRPr lang="pt-BR" sz="20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2060"/>
                </a:solidFill>
              </a:rPr>
              <a:t>Elaboração de projetos e emissão de laudos técnicos para regularização e renovação de AVCB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2060"/>
                </a:solidFill>
              </a:rPr>
              <a:t>Atuação consolidada em estados como Goiás, Espírito Santo, Pará, Bahia e Minas Gerais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2060"/>
                </a:solidFill>
              </a:rPr>
              <a:t>Serviços realizados em conformidade com Instruções Técnicas do Corpo de Bombeiros, </a:t>
            </a:r>
            <a:r>
              <a:rPr lang="pt-BR" sz="2000" dirty="0" err="1">
                <a:solidFill>
                  <a:srgbClr val="002060"/>
                </a:solidFill>
              </a:rPr>
              <a:t>NBRs</a:t>
            </a:r>
            <a:r>
              <a:rPr lang="pt-BR" sz="2000" dirty="0">
                <a:solidFill>
                  <a:srgbClr val="002060"/>
                </a:solidFill>
              </a:rPr>
              <a:t> da ABNT, normas internacionais NFPA e normas internas específicas da mineração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66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8DDBD-4910-1781-16DC-429FBDB8C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3482FAFE-8317-84ED-3E81-9F3A6EBCEF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5C191582-C6C3-5983-0C7E-1FEF8D2D0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DFE305A-A75A-38D1-C40F-7BD7350CF456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DACE3ACB-12F0-7BF3-13A3-1D5BCEB8F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4A993927-7B74-6249-7A28-2B4E910F3D8E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C4CE5D02-5F61-F34A-8E6F-1E202DC6E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53EA9BEB-9D38-F131-23D1-8E5167DF7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3E03B08E-2D18-1F04-4335-914BC7471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A5935CE4-C1A6-2AE8-3130-35B98D9376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24249" y="1827311"/>
            <a:ext cx="831004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Locação e Comercialização de Materiais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Extintores de incêndio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Placas de sinalização e materiais de emergência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Aplicação de Produtos de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Ignifugação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Tratamento retardante de chamas em tecidos, lonas, carpetes e madeiras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227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45196-D658-F2D5-5C59-A49394C46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275587FF-A2A1-4801-45BA-611D653087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767DDB72-D376-B076-22AB-79CD240D0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B81EF5F-3B32-B978-4FCE-4C406C9CFCBA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510A7ACC-2917-BDFB-3AF0-3735CAA78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AB27CB3B-4B91-A21B-93F9-3855B9563604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3552B0E4-EEF2-5C1C-0222-BF2C3AFDF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E51CF5ED-8EE1-762E-B433-109503E7E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6602AA61-BF44-B3D2-A5B0-AE41C4EE9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478F121-46AD-448B-EDDA-34474E36949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476625" y="1761202"/>
            <a:ext cx="835767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Laudos Técnicos e Renovação de AVCB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Adequações para regularização junto ao Corpo de Bombeiros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Consultoria Especializada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Orientação técnica na elaboração e revisão de projetos contra incêndio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Busca constante por soluções legais, seguras e em conformidade com a legislação vigente de cada estado brasileiro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09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D570-A791-F268-DF01-FA2FAA71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85ADF65D-7049-6BDB-4F48-9BD3C177692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EDF4"/>
              </a:clrFrom>
              <a:clrTo>
                <a:srgbClr val="FAEDF4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142" y="1153579"/>
            <a:ext cx="9152858" cy="5704421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5568345E-8BD6-A9AC-50DE-8508F0DA3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CEAB82F7-208E-FC20-6CF6-0C623D313C32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88AA762E-109A-5C27-13A1-44E61D87F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03" y="5489333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27BF285F-E679-0B7D-094C-EDA119BAF32E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51AD4677-3DDF-78B8-6285-5EB0BADEA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6B162A55-C316-4CCD-D3F5-D6A176B60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0389D516-2C99-0B4B-C385-13E78C86E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56E4B16-F795-B420-01B2-5B13EF03B925}"/>
              </a:ext>
            </a:extLst>
          </p:cNvPr>
          <p:cNvSpPr txBox="1"/>
          <p:nvPr/>
        </p:nvSpPr>
        <p:spPr>
          <a:xfrm>
            <a:off x="7504981" y="156849"/>
            <a:ext cx="46870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5000" b="1" dirty="0">
                <a:solidFill>
                  <a:srgbClr val="002060"/>
                </a:solidFill>
              </a:rPr>
              <a:t>Acervo Técnico</a:t>
            </a:r>
            <a:endParaRPr lang="pt-BR" sz="5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02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CF3B-F5C5-05C2-9A15-F55C100A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814AC568-09AD-DFE5-823C-5EEFA3B69FB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1E625B44-0D77-03C8-A314-908F75E7E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3C18BA65-7525-8876-B7AA-C852DD771B14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1333F2AE-EAAE-E1B5-A196-09522B820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7B37FEA3-7EB0-1304-2EB5-F66BF3B580C9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31E7CD5E-6FE3-AD55-28DF-81C93CEE0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42F660EC-5AE7-C19F-DD8C-36D4658AB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26E479D9-AC29-6895-F745-61A6C3455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0AB6AE1-E870-624B-273D-E1A520D41016}"/>
              </a:ext>
            </a:extLst>
          </p:cNvPr>
          <p:cNvSpPr txBox="1"/>
          <p:nvPr/>
        </p:nvSpPr>
        <p:spPr>
          <a:xfrm>
            <a:off x="3638910" y="1005793"/>
            <a:ext cx="82528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2060"/>
                </a:solidFill>
              </a:rPr>
              <a:t>Até 2025 registramos mais de 1.000 </a:t>
            </a:r>
            <a:r>
              <a:rPr lang="pt-BR" sz="2000" dirty="0" err="1">
                <a:solidFill>
                  <a:srgbClr val="002060"/>
                </a:solidFill>
              </a:rPr>
              <a:t>RRTs</a:t>
            </a:r>
            <a:r>
              <a:rPr lang="pt-BR" sz="2000" dirty="0">
                <a:solidFill>
                  <a:srgbClr val="002060"/>
                </a:solidFill>
              </a:rPr>
              <a:t> (Registro de Responsabilidade Técnica), conforme acervo técnico do CAU (Conselho de Arquitetura e Urbanismo). E este número já cresceu!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22068AF7-B201-30ED-2BA9-AA28D388E6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10" y="2003953"/>
            <a:ext cx="7913010" cy="326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08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F77-C7CE-4713-FECD-2382E2AE0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042A1E67-BB62-CC10-095A-6E07A4452BE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EDF4"/>
              </a:clrFrom>
              <a:clrTo>
                <a:srgbClr val="FAEDF4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142" y="1153579"/>
            <a:ext cx="9152858" cy="5704421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33A37430-06E3-D432-CCD2-528B29480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AF6251DC-8C7D-F46E-54B1-E662362DDC0C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0E99923B-BB07-41DA-8DD9-2AD9668DD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03" y="5489333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168DCA31-4CCF-A3F2-67D8-9069F8A86B43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4E844B01-4649-960C-054E-F4101A2D1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4356C1A5-66ED-CFAD-EF7F-161D70DB6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C7B250A0-B25E-ABD1-F933-3D7BEA90A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0F530A3-F4C2-2867-F917-00494AAE17A3}"/>
              </a:ext>
            </a:extLst>
          </p:cNvPr>
          <p:cNvSpPr txBox="1"/>
          <p:nvPr/>
        </p:nvSpPr>
        <p:spPr>
          <a:xfrm>
            <a:off x="7504981" y="156849"/>
            <a:ext cx="46870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5000" b="1" dirty="0">
                <a:solidFill>
                  <a:srgbClr val="002060"/>
                </a:solidFill>
              </a:rPr>
              <a:t>Cadastro PJ</a:t>
            </a:r>
            <a:endParaRPr lang="pt-BR" sz="5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016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FC81-4204-03FE-B4E0-61A88354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21DBC0BA-F287-F69B-7E0B-1C25793A227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F1923A54-9FE6-C79B-6D40-0C2AAA742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5CC980D-4AF9-196C-9B54-1491E19BEBD2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F480EBD8-8A6D-6960-A26D-9174A79FB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2D5E937B-71AA-FA2F-12AC-78172BF6BA40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4042518D-C2D3-133C-53F5-80A0C1945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A94F37C1-5476-1EE9-4358-FBBCCE8B8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35A00C6A-B598-D1BC-611B-DA17FCEB8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57040EF-E3B0-3297-9DC7-1D49ED0BC74C}"/>
              </a:ext>
            </a:extLst>
          </p:cNvPr>
          <p:cNvSpPr txBox="1"/>
          <p:nvPr/>
        </p:nvSpPr>
        <p:spPr>
          <a:xfrm>
            <a:off x="3638910" y="1005793"/>
            <a:ext cx="82528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2060"/>
                </a:solidFill>
              </a:rPr>
              <a:t>Nossa empresa é devidamente registrada no CAU (Conselho de Arquitetura e Urbanismo):</a:t>
            </a:r>
          </a:p>
          <a:p>
            <a:endParaRPr lang="pt-BR" sz="2000" dirty="0">
              <a:solidFill>
                <a:srgbClr val="002060"/>
              </a:solidFill>
            </a:endParaRPr>
          </a:p>
          <a:p>
            <a:r>
              <a:rPr lang="pt-BR" sz="2000" dirty="0">
                <a:solidFill>
                  <a:srgbClr val="002060"/>
                </a:solidFill>
              </a:rPr>
              <a:t> 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BD169602-5049-AD9F-A132-26777685F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020" y="2001329"/>
            <a:ext cx="8682278" cy="313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70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19D41-6E42-7C21-9966-ADB84805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CD03A878-4C48-9E77-2AF0-F03E3CD7271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EDF4"/>
              </a:clrFrom>
              <a:clrTo>
                <a:srgbClr val="FAEDF4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142" y="1153579"/>
            <a:ext cx="9152858" cy="5704421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545EE1EC-A8F2-A9FA-27E5-6826E54B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CEB7556-59A0-2F22-5BF4-64ECD3B7EC49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F7ADC26B-FED0-D6F8-B5E9-B62742F7E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03" y="5489333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A68CE4A-3468-D6E3-F553-266D86C471BF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81CDEF99-EF0E-B696-220A-335496353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4E39CFAC-7991-D035-9BD4-0E19B2D12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2156D54C-87CB-6DDB-A63E-0B8977696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368B17D-6FF3-E212-EC31-F8DB500C00BC}"/>
              </a:ext>
            </a:extLst>
          </p:cNvPr>
          <p:cNvSpPr txBox="1"/>
          <p:nvPr/>
        </p:nvSpPr>
        <p:spPr>
          <a:xfrm>
            <a:off x="6797615" y="156849"/>
            <a:ext cx="53943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5000" b="1" dirty="0">
                <a:solidFill>
                  <a:srgbClr val="002060"/>
                </a:solidFill>
              </a:rPr>
              <a:t>Cadastro CBMMG</a:t>
            </a:r>
            <a:endParaRPr lang="pt-BR" sz="5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185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4743B-5F8D-264C-E4CF-4ED68A1BA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9DD0A8BC-94B9-940C-EA51-F95655A66AA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19DD418C-0D60-E45C-D640-488113A8D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30A465CF-B700-95D7-1915-E2A680D0EE74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DAC3D43B-8E7E-DEFD-9A04-56CFCBA8C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DA88EBB-BFEB-BB9E-B554-707F852B9A38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8C09983F-EB52-15AC-9FD4-87F62F0EB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5202AA79-2210-5ADF-7EE0-20813C1CA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1B5EA7D7-6B0F-3D6B-356E-15A3292CD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95CE46F-611B-FA22-A6BC-9C9129B057F4}"/>
              </a:ext>
            </a:extLst>
          </p:cNvPr>
          <p:cNvSpPr txBox="1"/>
          <p:nvPr/>
        </p:nvSpPr>
        <p:spPr>
          <a:xfrm>
            <a:off x="3638910" y="1005793"/>
            <a:ext cx="825289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2060"/>
                </a:solidFill>
              </a:rPr>
              <a:t>Nosso RT (Responsável técnico é devidamente registrada no Corpo de Bombeiros Militar de Minas Gerais (CBMMG).</a:t>
            </a:r>
          </a:p>
          <a:p>
            <a:r>
              <a:rPr lang="pt-BR" sz="2000" dirty="0">
                <a:solidFill>
                  <a:srgbClr val="002060"/>
                </a:solidFill>
              </a:rPr>
              <a:t>A renovação do cadastro é feita anualmente.</a:t>
            </a:r>
          </a:p>
          <a:p>
            <a:endParaRPr lang="pt-BR" sz="2000" dirty="0">
              <a:solidFill>
                <a:srgbClr val="002060"/>
              </a:solidFill>
            </a:endParaRPr>
          </a:p>
          <a:p>
            <a:r>
              <a:rPr lang="pt-BR" sz="2000" dirty="0">
                <a:solidFill>
                  <a:srgbClr val="002060"/>
                </a:solidFill>
              </a:rPr>
              <a:t> </a:t>
            </a:r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45BCCCBE-1C69-3B79-5168-D3037991B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327" y="2066926"/>
            <a:ext cx="7608793" cy="306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22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289BB-9B2E-830E-24CB-BCE1FB53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7B6EFDAD-656C-957A-0D4B-8B0439625C9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13004001-FB5B-99C2-7ED8-DF9A763A5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22381160-2DBC-B7CC-EB60-EFE95BC556F9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36EF48A4-BFB7-ED27-7F16-043283C0D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333A24E-B4DD-AA5B-8DD2-29993E953B4C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5754A26F-1656-7316-8278-52A75A5139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36EE9F2E-0F8D-8402-9EAB-9E45B9AD2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527F3266-1921-9931-1D15-D6A871C32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D887DF2-B9D7-61FD-72BF-A1FC039010B0}"/>
              </a:ext>
            </a:extLst>
          </p:cNvPr>
          <p:cNvSpPr txBox="1"/>
          <p:nvPr/>
        </p:nvSpPr>
        <p:spPr>
          <a:xfrm>
            <a:off x="3638550" y="1893838"/>
            <a:ext cx="81957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solidFill>
                  <a:srgbClr val="002060"/>
                </a:solidFill>
              </a:rPr>
              <a:t>Nosso </a:t>
            </a:r>
            <a:r>
              <a:rPr lang="pt-BR" sz="2000" dirty="0" err="1">
                <a:solidFill>
                  <a:srgbClr val="002060"/>
                </a:solidFill>
              </a:rPr>
              <a:t>sócio-administrador</a:t>
            </a:r>
            <a:r>
              <a:rPr lang="pt-BR" sz="2000" dirty="0">
                <a:solidFill>
                  <a:srgbClr val="002060"/>
                </a:solidFill>
              </a:rPr>
              <a:t> e RT possui formação em Arquitetura e Urbanismo, com especialização em Engenharia Contra Incêndio e em Engenharia de Segurança do Trabalho. </a:t>
            </a:r>
          </a:p>
          <a:p>
            <a:pPr algn="just"/>
            <a:endParaRPr lang="pt-BR" sz="2000" dirty="0">
              <a:solidFill>
                <a:srgbClr val="002060"/>
              </a:solidFill>
            </a:endParaRPr>
          </a:p>
          <a:p>
            <a:pPr algn="just"/>
            <a:r>
              <a:rPr lang="pt-BR" sz="2000" dirty="0">
                <a:solidFill>
                  <a:srgbClr val="002060"/>
                </a:solidFill>
              </a:rPr>
              <a:t>Essa base sólida de conhecimento técnico, aliada a uma experiência de mais de 1.000 projetos concluídos, garante aos nossos clientes a tranquilidade de contar com uma empresa séria, preparada e comprometida com resultados eficazes.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D8E630C-9871-E321-B42D-F2DB9AC583B0}"/>
              </a:ext>
            </a:extLst>
          </p:cNvPr>
          <p:cNvSpPr txBox="1"/>
          <p:nvPr/>
        </p:nvSpPr>
        <p:spPr>
          <a:xfrm>
            <a:off x="6299201" y="156849"/>
            <a:ext cx="589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5000" dirty="0">
                <a:solidFill>
                  <a:srgbClr val="002060"/>
                </a:solidFill>
              </a:rPr>
              <a:t>Capacidade Técnica</a:t>
            </a:r>
          </a:p>
        </p:txBody>
      </p:sp>
    </p:spTree>
    <p:extLst>
      <p:ext uri="{BB962C8B-B14F-4D97-AF65-F5344CB8AC3E}">
        <p14:creationId xmlns:p14="http://schemas.microsoft.com/office/powerpoint/2010/main" val="2489725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50A38-C382-3AF7-2EE8-B1ECBF732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13FBC700-FB99-92E3-7F21-90E290EC938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2591661-E2C9-A18B-2BCD-455F8189E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50DAAF4F-C4CF-0319-59D6-FD75A711B788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A218E369-2529-12C8-3D43-FA94552B2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605BEA01-98D9-B341-26FE-87F4008B1270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39D97DB9-EAB7-B0B7-D35D-C0694CD4F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F1EDADE4-CBBC-6336-3BBF-25450AA2E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3F1B3BF9-FF16-D393-B23B-D42A2CB2A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4E38E6C-2C70-B018-B750-FC5EE99294D5}"/>
              </a:ext>
            </a:extLst>
          </p:cNvPr>
          <p:cNvSpPr txBox="1"/>
          <p:nvPr/>
        </p:nvSpPr>
        <p:spPr>
          <a:xfrm>
            <a:off x="8020050" y="156849"/>
            <a:ext cx="41719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5000" dirty="0">
                <a:solidFill>
                  <a:srgbClr val="002060"/>
                </a:solidFill>
              </a:rPr>
              <a:t>Compromisso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3A2491B-CC30-F2F4-605E-E5DE2AEFDB15}"/>
              </a:ext>
            </a:extLst>
          </p:cNvPr>
          <p:cNvSpPr txBox="1"/>
          <p:nvPr/>
        </p:nvSpPr>
        <p:spPr>
          <a:xfrm>
            <a:off x="3581401" y="2170837"/>
            <a:ext cx="825289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solidFill>
                  <a:srgbClr val="002060"/>
                </a:solidFill>
              </a:rPr>
              <a:t>Mais do que atender às exigências legais, buscamos proporcionar segurança e confiança em todos os projetos. Nosso compromisso é entregar soluções personalizadas, de alta qualidade e dentro dos prazos estabelecidos, reforçando a credibilidade que construímos ao longo dos anos.</a:t>
            </a:r>
          </a:p>
        </p:txBody>
      </p:sp>
    </p:spTree>
    <p:extLst>
      <p:ext uri="{BB962C8B-B14F-4D97-AF65-F5344CB8AC3E}">
        <p14:creationId xmlns:p14="http://schemas.microsoft.com/office/powerpoint/2010/main" val="1725303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E9A22-33C3-95D8-9ABD-D5A567AB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01F2FF32-F185-A277-9F63-7BAD707C1D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3ED8388F-9D1E-8EC6-22FA-5242385CD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D1FB1846-6206-6A34-9B7F-FDBE2707D759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BF6B186E-0037-8007-D6CC-9E5D1FD71F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AC09C9F5-844F-C58A-DC67-E89AC8C70507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242E241F-3DC2-44CE-66BB-9F446D873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9B18A760-2A06-45B7-F4CB-31D43704D8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8BE97874-4711-CA6D-638B-EE9F87DA1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162B68-723D-BA67-8A22-F91EBDB90646}"/>
              </a:ext>
            </a:extLst>
          </p:cNvPr>
          <p:cNvSpPr txBox="1"/>
          <p:nvPr/>
        </p:nvSpPr>
        <p:spPr>
          <a:xfrm>
            <a:off x="6538823" y="156849"/>
            <a:ext cx="56531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5000" dirty="0">
                <a:solidFill>
                  <a:srgbClr val="002060"/>
                </a:solidFill>
              </a:rPr>
              <a:t>Projetos Realizados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C26050-2E8D-FA6F-AA3E-1518D80F470D}"/>
              </a:ext>
            </a:extLst>
          </p:cNvPr>
          <p:cNvSpPr txBox="1"/>
          <p:nvPr/>
        </p:nvSpPr>
        <p:spPr>
          <a:xfrm>
            <a:off x="3231542" y="1417945"/>
            <a:ext cx="42858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solidFill>
                  <a:srgbClr val="002060"/>
                </a:solidFill>
              </a:rPr>
              <a:t>Desenvolvimento de Projeto para eventos temporários.</a:t>
            </a:r>
          </a:p>
          <a:p>
            <a:pPr algn="just"/>
            <a:r>
              <a:rPr lang="pt-BR" sz="2000" dirty="0">
                <a:solidFill>
                  <a:srgbClr val="002060"/>
                </a:solidFill>
              </a:rPr>
              <a:t>Cliente: Sebrae MG</a:t>
            </a:r>
          </a:p>
          <a:p>
            <a:pPr algn="just"/>
            <a:r>
              <a:rPr lang="pt-BR" sz="2000" dirty="0">
                <a:solidFill>
                  <a:srgbClr val="002060"/>
                </a:solidFill>
              </a:rPr>
              <a:t>Área: 19.500,00</a:t>
            </a:r>
          </a:p>
          <a:p>
            <a:pPr algn="just"/>
            <a:r>
              <a:rPr lang="pt-BR" sz="2000" dirty="0">
                <a:solidFill>
                  <a:srgbClr val="002060"/>
                </a:solidFill>
              </a:rPr>
              <a:t>Ano: 2025</a:t>
            </a:r>
          </a:p>
          <a:p>
            <a:pPr algn="just"/>
            <a:r>
              <a:rPr lang="pt-BR" sz="2000" dirty="0">
                <a:solidFill>
                  <a:srgbClr val="002060"/>
                </a:solidFill>
              </a:rPr>
              <a:t>Local: Belo Horizonte</a:t>
            </a:r>
          </a:p>
        </p:txBody>
      </p:sp>
      <p:pic>
        <p:nvPicPr>
          <p:cNvPr id="7" name="Imagem 6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6B18FB33-0FBD-B153-E8EA-0F24BFA2D3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016" y="3491010"/>
            <a:ext cx="5050484" cy="336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71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C453-AF95-E1B1-038D-91469891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CF403AB6-C20A-E1AB-8DA2-7F41CCB2292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234461F-9D86-FE51-4E77-C56758FE4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D533406B-2C9D-39C4-86D0-4DAC57A78706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393A4FDB-291B-B3DF-C549-8AB0FF47E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D64E661-48F6-1157-4393-20198A8B23B3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893EBE8A-DECE-2670-88AA-AB245EE10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ECA9F225-97F2-50A6-A746-D28EABCC2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C6DEF08B-242D-41C4-E5F6-4C4AC2639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EC20EEA-A65F-EECD-C2C6-20C52385A76D}"/>
              </a:ext>
            </a:extLst>
          </p:cNvPr>
          <p:cNvSpPr txBox="1"/>
          <p:nvPr/>
        </p:nvSpPr>
        <p:spPr>
          <a:xfrm>
            <a:off x="10018060" y="156849"/>
            <a:ext cx="217393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5000" dirty="0">
                <a:solidFill>
                  <a:srgbClr val="002060"/>
                </a:solidFill>
              </a:rPr>
              <a:t>Equipe</a:t>
            </a:r>
          </a:p>
        </p:txBody>
      </p:sp>
      <p:pic>
        <p:nvPicPr>
          <p:cNvPr id="5" name="Imagem 4" descr="Pessoas sentadas ao redor de uma mesa de madeira&#10;&#10;O conteúdo gerado por IA pode estar incorreto.">
            <a:extLst>
              <a:ext uri="{FF2B5EF4-FFF2-40B4-BE49-F238E27FC236}">
                <a16:creationId xmlns:a16="http://schemas.microsoft.com/office/drawing/2014/main" id="{FB2385AA-6CA9-AF05-904F-C0220A0FA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02" b="30159"/>
          <a:stretch>
            <a:fillRect/>
          </a:stretch>
        </p:blipFill>
        <p:spPr>
          <a:xfrm>
            <a:off x="3801502" y="1085252"/>
            <a:ext cx="2727099" cy="16211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m 7" descr="Uma imagem contendo no interior, homem, em pé, segurando&#10;&#10;O conteúdo gerado por IA pode estar incorreto.">
            <a:extLst>
              <a:ext uri="{FF2B5EF4-FFF2-40B4-BE49-F238E27FC236}">
                <a16:creationId xmlns:a16="http://schemas.microsoft.com/office/drawing/2014/main" id="{BC413DEE-E5B6-CD48-09FB-2A460B8702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1" t="27619" r="11476" b="13227"/>
          <a:stretch>
            <a:fillRect/>
          </a:stretch>
        </p:blipFill>
        <p:spPr>
          <a:xfrm>
            <a:off x="9248805" y="1446045"/>
            <a:ext cx="2173938" cy="29018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agem 12" descr="Uma imagem contendo no interior, homem, edifício, em pé&#10;&#10;O conteúdo gerado por IA pode estar incorreto.">
            <a:extLst>
              <a:ext uri="{FF2B5EF4-FFF2-40B4-BE49-F238E27FC236}">
                <a16:creationId xmlns:a16="http://schemas.microsoft.com/office/drawing/2014/main" id="{E1FBBB12-FF2D-DDFA-C445-71D6FC662F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0" t="26645" r="34132" b="15767"/>
          <a:stretch>
            <a:fillRect/>
          </a:stretch>
        </p:blipFill>
        <p:spPr>
          <a:xfrm>
            <a:off x="7429967" y="1498210"/>
            <a:ext cx="1626438" cy="28704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92F3CD78-4088-6FD7-3ECE-1AD6C66C42F7}"/>
              </a:ext>
            </a:extLst>
          </p:cNvPr>
          <p:cNvSpPr txBox="1"/>
          <p:nvPr/>
        </p:nvSpPr>
        <p:spPr>
          <a:xfrm>
            <a:off x="3233774" y="3233596"/>
            <a:ext cx="370034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0" i="0" dirty="0">
                <a:solidFill>
                  <a:srgbClr val="002060"/>
                </a:solidFill>
                <a:effectLst/>
                <a:latin typeface="Google Sans"/>
              </a:rPr>
              <a:t>Somos um grupo de pessoas com habilidades complementares que trabalham juntas para alcançar um objetivo comum, prestar serviço com excelência! </a:t>
            </a:r>
            <a:endParaRPr lang="pt-BR" sz="2000" dirty="0">
              <a:solidFill>
                <a:srgbClr val="002060"/>
              </a:solidFill>
            </a:endParaRPr>
          </a:p>
        </p:txBody>
      </p:sp>
      <p:pic>
        <p:nvPicPr>
          <p:cNvPr id="21" name="Imagem 20" descr="Homem de boné e óculos escuros&#10;&#10;O conteúdo gerado por IA pode estar incorreto.">
            <a:extLst>
              <a:ext uri="{FF2B5EF4-FFF2-40B4-BE49-F238E27FC236}">
                <a16:creationId xmlns:a16="http://schemas.microsoft.com/office/drawing/2014/main" id="{9E01BB15-E7ED-5AC1-714E-B103EC7EDF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" t="21086"/>
          <a:stretch>
            <a:fillRect/>
          </a:stretch>
        </p:blipFill>
        <p:spPr>
          <a:xfrm>
            <a:off x="8372466" y="3846286"/>
            <a:ext cx="1389403" cy="20320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91421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773C5-D6A7-0BCE-D988-84533C0CF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B22328F2-34F6-845E-E109-3C5F19620A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3886"/>
            <a:ext cx="3039144" cy="189411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6852BEE5-93B5-A007-B8F3-374F70BEB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98" y="371519"/>
            <a:ext cx="2654347" cy="600938"/>
          </a:xfrm>
        </p:spPr>
        <p:txBody>
          <a:bodyPr anchor="t">
            <a:noAutofit/>
          </a:bodyPr>
          <a:lstStyle/>
          <a:p>
            <a:r>
              <a:rPr lang="pt-BR" sz="3600" dirty="0"/>
              <a:t>Institucional</a:t>
            </a:r>
            <a:endParaRPr lang="pt-BR" sz="35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33C65AFA-C92B-4BD6-6730-F9DAD50AB309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5402194"/>
          <a:ext cx="11194219" cy="96669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194219">
                  <a:extLst>
                    <a:ext uri="{9D8B030D-6E8A-4147-A177-3AD203B41FA5}">
                      <a16:colId xmlns:a16="http://schemas.microsoft.com/office/drawing/2014/main" val="1946470224"/>
                    </a:ext>
                  </a:extLst>
                </a:gridCol>
              </a:tblGrid>
              <a:tr h="96669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77424"/>
                  </a:ext>
                </a:extLst>
              </a:tr>
            </a:tbl>
          </a:graphicData>
        </a:graphic>
      </p:graphicFrame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F8B422DE-B7D1-04BA-65F7-EA521BC68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5485099"/>
            <a:ext cx="1280160" cy="79241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3B6DC6E7-F6A2-B76C-5F34-890866DEE140}"/>
              </a:ext>
            </a:extLst>
          </p:cNvPr>
          <p:cNvSpPr/>
          <p:nvPr/>
        </p:nvSpPr>
        <p:spPr>
          <a:xfrm>
            <a:off x="0" y="0"/>
            <a:ext cx="3039144" cy="496388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425F4391-F714-0C5D-F746-296DB88D9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4275"/>
            <a:ext cx="2654346" cy="1643036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DBE69F28-501C-D98C-CEE1-4D2E99672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1827311"/>
            <a:ext cx="2654346" cy="1643036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8FFE7A65-0192-A03A-2626-FCC36BB04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" y="3491011"/>
            <a:ext cx="2654346" cy="164303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1F89AD-B6CD-7197-2EEA-B4D4BE1440E7}"/>
              </a:ext>
            </a:extLst>
          </p:cNvPr>
          <p:cNvSpPr txBox="1"/>
          <p:nvPr/>
        </p:nvSpPr>
        <p:spPr>
          <a:xfrm>
            <a:off x="3409951" y="2481943"/>
            <a:ext cx="83671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2060"/>
                </a:solidFill>
              </a:rPr>
              <a:t>📍 </a:t>
            </a:r>
            <a:r>
              <a:rPr lang="pt-BR" sz="2000" b="1" dirty="0">
                <a:solidFill>
                  <a:srgbClr val="002060"/>
                </a:solidFill>
              </a:rPr>
              <a:t>Sede:</a:t>
            </a:r>
            <a:r>
              <a:rPr lang="pt-BR" sz="2000" dirty="0">
                <a:solidFill>
                  <a:srgbClr val="002060"/>
                </a:solidFill>
              </a:rPr>
              <a:t> Rua Paraíba, 889, comp. 3°/152, B. Savassi, Belo Horizonte – MG</a:t>
            </a:r>
            <a:br>
              <a:rPr lang="pt-BR" sz="2000" dirty="0">
                <a:solidFill>
                  <a:srgbClr val="002060"/>
                </a:solidFill>
              </a:rPr>
            </a:br>
            <a:r>
              <a:rPr lang="pt-BR" sz="2000" dirty="0">
                <a:solidFill>
                  <a:srgbClr val="002060"/>
                </a:solidFill>
              </a:rPr>
              <a:t>📧 </a:t>
            </a:r>
            <a:r>
              <a:rPr lang="pt-BR" sz="2000" b="1" dirty="0">
                <a:solidFill>
                  <a:srgbClr val="002060"/>
                </a:solidFill>
              </a:rPr>
              <a:t>E-mail:</a:t>
            </a:r>
            <a:r>
              <a:rPr lang="pt-BR" sz="2000" dirty="0">
                <a:solidFill>
                  <a:srgbClr val="002060"/>
                </a:solidFill>
              </a:rPr>
              <a:t> </a:t>
            </a:r>
            <a:r>
              <a:rPr lang="pt-BR" sz="2000" dirty="0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visaope@gmail.com</a:t>
            </a:r>
            <a:r>
              <a:rPr lang="pt-BR" sz="2000" dirty="0">
                <a:solidFill>
                  <a:srgbClr val="002060"/>
                </a:solidFill>
              </a:rPr>
              <a:t> / vpe@vpeprojetos.com</a:t>
            </a:r>
            <a:br>
              <a:rPr lang="pt-BR" sz="2000" dirty="0">
                <a:solidFill>
                  <a:srgbClr val="002060"/>
                </a:solidFill>
              </a:rPr>
            </a:br>
            <a:r>
              <a:rPr lang="pt-BR" sz="2000" dirty="0">
                <a:solidFill>
                  <a:srgbClr val="002060"/>
                </a:solidFill>
              </a:rPr>
              <a:t>📞 </a:t>
            </a:r>
            <a:r>
              <a:rPr lang="pt-BR" sz="2000" b="1" dirty="0">
                <a:solidFill>
                  <a:srgbClr val="002060"/>
                </a:solidFill>
              </a:rPr>
              <a:t>Telefone:</a:t>
            </a:r>
            <a:r>
              <a:rPr lang="pt-BR" sz="2000" dirty="0">
                <a:solidFill>
                  <a:srgbClr val="002060"/>
                </a:solidFill>
              </a:rPr>
              <a:t> 31 99418-6641 /  31 98303-9177</a:t>
            </a:r>
            <a:br>
              <a:rPr lang="pt-BR" sz="2000" dirty="0">
                <a:solidFill>
                  <a:srgbClr val="002060"/>
                </a:solidFill>
              </a:rPr>
            </a:br>
            <a:endParaRPr lang="pt-BR" sz="2000" dirty="0">
              <a:solidFill>
                <a:srgbClr val="00206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EE434BF-C130-2296-ACA1-6BC107CFD3B3}"/>
              </a:ext>
            </a:extLst>
          </p:cNvPr>
          <p:cNvSpPr txBox="1"/>
          <p:nvPr/>
        </p:nvSpPr>
        <p:spPr>
          <a:xfrm>
            <a:off x="9353550" y="156849"/>
            <a:ext cx="28384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5000" dirty="0">
                <a:solidFill>
                  <a:srgbClr val="002060"/>
                </a:solidFill>
              </a:rPr>
              <a:t>Contatos</a:t>
            </a:r>
          </a:p>
        </p:txBody>
      </p:sp>
    </p:spTree>
    <p:extLst>
      <p:ext uri="{BB962C8B-B14F-4D97-AF65-F5344CB8AC3E}">
        <p14:creationId xmlns:p14="http://schemas.microsoft.com/office/powerpoint/2010/main" val="16999359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758</Words>
  <Application>Microsoft Office PowerPoint</Application>
  <PresentationFormat>Widescreen</PresentationFormat>
  <Paragraphs>96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Google 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Marques</dc:creator>
  <cp:lastModifiedBy>Allan Marques</cp:lastModifiedBy>
  <cp:revision>1</cp:revision>
  <dcterms:created xsi:type="dcterms:W3CDTF">2026-01-21T19:11:39Z</dcterms:created>
  <dcterms:modified xsi:type="dcterms:W3CDTF">2026-01-22T16:50:49Z</dcterms:modified>
</cp:coreProperties>
</file>